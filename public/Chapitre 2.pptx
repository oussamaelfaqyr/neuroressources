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0" r:id="rId1"/>
  </p:sldMasterIdLst>
  <p:notesMasterIdLst>
    <p:notesMasterId r:id="rId31"/>
  </p:notesMasterIdLst>
  <p:sldIdLst>
    <p:sldId id="256" r:id="rId2"/>
    <p:sldId id="258" r:id="rId3"/>
    <p:sldId id="259" r:id="rId4"/>
    <p:sldId id="260" r:id="rId5"/>
    <p:sldId id="334" r:id="rId6"/>
    <p:sldId id="308" r:id="rId7"/>
    <p:sldId id="309" r:id="rId8"/>
    <p:sldId id="335" r:id="rId9"/>
    <p:sldId id="336" r:id="rId10"/>
    <p:sldId id="337" r:id="rId11"/>
    <p:sldId id="338" r:id="rId12"/>
    <p:sldId id="339" r:id="rId13"/>
    <p:sldId id="310" r:id="rId14"/>
    <p:sldId id="311" r:id="rId15"/>
    <p:sldId id="340" r:id="rId16"/>
    <p:sldId id="342" r:id="rId17"/>
    <p:sldId id="341" r:id="rId18"/>
    <p:sldId id="312" r:id="rId19"/>
    <p:sldId id="313" r:id="rId20"/>
    <p:sldId id="343" r:id="rId21"/>
    <p:sldId id="344" r:id="rId22"/>
    <p:sldId id="314" r:id="rId23"/>
    <p:sldId id="315" r:id="rId24"/>
    <p:sldId id="345" r:id="rId25"/>
    <p:sldId id="316" r:id="rId26"/>
    <p:sldId id="327" r:id="rId27"/>
    <p:sldId id="349" r:id="rId28"/>
    <p:sldId id="350" r:id="rId29"/>
    <p:sldId id="270" r:id="rId3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DF2"/>
    <a:srgbClr val="F5F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68D6D0D-9420-4210-AD80-E4B8F6FAA248}">
  <a:tblStyle styleId="{C68D6D0D-9420-4210-AD80-E4B8F6FAA24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2686" autoAdjust="0"/>
  </p:normalViewPr>
  <p:slideViewPr>
    <p:cSldViewPr snapToGrid="0">
      <p:cViewPr varScale="1">
        <p:scale>
          <a:sx n="87" d="100"/>
          <a:sy n="87" d="100"/>
        </p:scale>
        <p:origin x="1358" y="67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USSEF KHARRATA" userId="32899e33-3efb-4944-afdf-1bc8ea2dda46" providerId="ADAL" clId="{AE460348-D482-43DF-B84A-2168946794C5}"/>
    <pc:docChg chg="custSel addSld delSld modSld">
      <pc:chgData name="YOUSSEF KHARRATA" userId="32899e33-3efb-4944-afdf-1bc8ea2dda46" providerId="ADAL" clId="{AE460348-D482-43DF-B84A-2168946794C5}" dt="2025-12-16T12:20:50.223" v="147" actId="1076"/>
      <pc:docMkLst>
        <pc:docMk/>
      </pc:docMkLst>
      <pc:sldChg chg="modSp mod">
        <pc:chgData name="YOUSSEF KHARRATA" userId="32899e33-3efb-4944-afdf-1bc8ea2dda46" providerId="ADAL" clId="{AE460348-D482-43DF-B84A-2168946794C5}" dt="2025-12-15T23:47:08.242" v="136" actId="14100"/>
        <pc:sldMkLst>
          <pc:docMk/>
          <pc:sldMk cId="2601508578" sldId="311"/>
        </pc:sldMkLst>
        <pc:spChg chg="mod">
          <ac:chgData name="YOUSSEF KHARRATA" userId="32899e33-3efb-4944-afdf-1bc8ea2dda46" providerId="ADAL" clId="{AE460348-D482-43DF-B84A-2168946794C5}" dt="2025-12-15T23:47:08.242" v="136" actId="14100"/>
          <ac:spMkLst>
            <pc:docMk/>
            <pc:sldMk cId="2601508578" sldId="311"/>
            <ac:spMk id="23" creationId="{5AF6B564-29AA-E513-C69B-5CD38E10D893}"/>
          </ac:spMkLst>
        </pc:spChg>
      </pc:sldChg>
      <pc:sldChg chg="modSp mod">
        <pc:chgData name="YOUSSEF KHARRATA" userId="32899e33-3efb-4944-afdf-1bc8ea2dda46" providerId="ADAL" clId="{AE460348-D482-43DF-B84A-2168946794C5}" dt="2025-12-15T23:39:55.183" v="115" actId="1076"/>
        <pc:sldMkLst>
          <pc:docMk/>
          <pc:sldMk cId="3093920108" sldId="327"/>
        </pc:sldMkLst>
        <pc:spChg chg="mod">
          <ac:chgData name="YOUSSEF KHARRATA" userId="32899e33-3efb-4944-afdf-1bc8ea2dda46" providerId="ADAL" clId="{AE460348-D482-43DF-B84A-2168946794C5}" dt="2025-12-15T23:39:55.183" v="115" actId="1076"/>
          <ac:spMkLst>
            <pc:docMk/>
            <pc:sldMk cId="3093920108" sldId="327"/>
            <ac:spMk id="3" creationId="{8BAC719A-D184-0966-17B4-51E6DBA1263D}"/>
          </ac:spMkLst>
        </pc:spChg>
        <pc:spChg chg="mod">
          <ac:chgData name="YOUSSEF KHARRATA" userId="32899e33-3efb-4944-afdf-1bc8ea2dda46" providerId="ADAL" clId="{AE460348-D482-43DF-B84A-2168946794C5}" dt="2025-12-15T23:39:49.952" v="114" actId="1076"/>
          <ac:spMkLst>
            <pc:docMk/>
            <pc:sldMk cId="3093920108" sldId="327"/>
            <ac:spMk id="4" creationId="{366F043C-982B-7D4E-F207-F78F61A806B8}"/>
          </ac:spMkLst>
        </pc:spChg>
        <pc:spChg chg="mod">
          <ac:chgData name="YOUSSEF KHARRATA" userId="32899e33-3efb-4944-afdf-1bc8ea2dda46" providerId="ADAL" clId="{AE460348-D482-43DF-B84A-2168946794C5}" dt="2025-12-15T23:39:44.755" v="113" actId="1076"/>
          <ac:spMkLst>
            <pc:docMk/>
            <pc:sldMk cId="3093920108" sldId="327"/>
            <ac:spMk id="5" creationId="{B5F58425-BF08-9040-1D0B-060725A0BC1D}"/>
          </ac:spMkLst>
        </pc:spChg>
        <pc:spChg chg="mod">
          <ac:chgData name="YOUSSEF KHARRATA" userId="32899e33-3efb-4944-afdf-1bc8ea2dda46" providerId="ADAL" clId="{AE460348-D482-43DF-B84A-2168946794C5}" dt="2025-12-15T23:39:40.368" v="112" actId="1076"/>
          <ac:spMkLst>
            <pc:docMk/>
            <pc:sldMk cId="3093920108" sldId="327"/>
            <ac:spMk id="6" creationId="{1F129519-CAD8-7AB7-C059-DB764DADBF35}"/>
          </ac:spMkLst>
        </pc:spChg>
        <pc:spChg chg="mod">
          <ac:chgData name="YOUSSEF KHARRATA" userId="32899e33-3efb-4944-afdf-1bc8ea2dda46" providerId="ADAL" clId="{AE460348-D482-43DF-B84A-2168946794C5}" dt="2025-12-15T23:39:37.151" v="111" actId="1076"/>
          <ac:spMkLst>
            <pc:docMk/>
            <pc:sldMk cId="3093920108" sldId="327"/>
            <ac:spMk id="8" creationId="{F128D56B-C115-4FD0-10E2-9E47FF4B649B}"/>
          </ac:spMkLst>
        </pc:spChg>
        <pc:spChg chg="mod">
          <ac:chgData name="YOUSSEF KHARRATA" userId="32899e33-3efb-4944-afdf-1bc8ea2dda46" providerId="ADAL" clId="{AE460348-D482-43DF-B84A-2168946794C5}" dt="2025-12-15T23:35:22.576" v="41" actId="20577"/>
          <ac:spMkLst>
            <pc:docMk/>
            <pc:sldMk cId="3093920108" sldId="327"/>
            <ac:spMk id="10" creationId="{E8E2CA3F-D1AE-4607-03E8-90DF24A2D707}"/>
          </ac:spMkLst>
        </pc:spChg>
        <pc:spChg chg="mod">
          <ac:chgData name="YOUSSEF KHARRATA" userId="32899e33-3efb-4944-afdf-1bc8ea2dda46" providerId="ADAL" clId="{AE460348-D482-43DF-B84A-2168946794C5}" dt="2025-12-15T23:33:10.464" v="20" actId="20577"/>
          <ac:spMkLst>
            <pc:docMk/>
            <pc:sldMk cId="3093920108" sldId="327"/>
            <ac:spMk id="1530" creationId="{00000000-0000-0000-0000-000000000000}"/>
          </ac:spMkLst>
        </pc:spChg>
        <pc:grpChg chg="mod">
          <ac:chgData name="YOUSSEF KHARRATA" userId="32899e33-3efb-4944-afdf-1bc8ea2dda46" providerId="ADAL" clId="{AE460348-D482-43DF-B84A-2168946794C5}" dt="2025-12-15T23:38:20.947" v="88" actId="1076"/>
          <ac:grpSpMkLst>
            <pc:docMk/>
            <pc:sldMk cId="3093920108" sldId="327"/>
            <ac:grpSpMk id="11" creationId="{599BEAD4-5D63-D699-2CB5-97267550A9BC}"/>
          </ac:grpSpMkLst>
        </pc:grpChg>
      </pc:sldChg>
      <pc:sldChg chg="delSp modSp mod modNotesTx">
        <pc:chgData name="YOUSSEF KHARRATA" userId="32899e33-3efb-4944-afdf-1bc8ea2dda46" providerId="ADAL" clId="{AE460348-D482-43DF-B84A-2168946794C5}" dt="2025-12-15T23:47:52.307" v="143" actId="1076"/>
        <pc:sldMkLst>
          <pc:docMk/>
          <pc:sldMk cId="3271218464" sldId="335"/>
        </pc:sldMkLst>
        <pc:spChg chg="del mod">
          <ac:chgData name="YOUSSEF KHARRATA" userId="32899e33-3efb-4944-afdf-1bc8ea2dda46" providerId="ADAL" clId="{AE460348-D482-43DF-B84A-2168946794C5}" dt="2025-12-15T23:47:45.747" v="140" actId="478"/>
          <ac:spMkLst>
            <pc:docMk/>
            <pc:sldMk cId="3271218464" sldId="335"/>
            <ac:spMk id="24" creationId="{4EF1B099-AED4-EDE3-5B16-CBBCA8C7BF14}"/>
          </ac:spMkLst>
        </pc:spChg>
        <pc:picChg chg="mod">
          <ac:chgData name="YOUSSEF KHARRATA" userId="32899e33-3efb-4944-afdf-1bc8ea2dda46" providerId="ADAL" clId="{AE460348-D482-43DF-B84A-2168946794C5}" dt="2025-12-15T23:47:52.307" v="143" actId="1076"/>
          <ac:picMkLst>
            <pc:docMk/>
            <pc:sldMk cId="3271218464" sldId="335"/>
            <ac:picMk id="3" creationId="{989D2A74-C4C5-B3A6-88D0-028AAD99437F}"/>
          </ac:picMkLst>
        </pc:picChg>
      </pc:sldChg>
      <pc:sldChg chg="addSp delSp modSp add del mod">
        <pc:chgData name="YOUSSEF KHARRATA" userId="32899e33-3efb-4944-afdf-1bc8ea2dda46" providerId="ADAL" clId="{AE460348-D482-43DF-B84A-2168946794C5}" dt="2025-12-15T23:40:45.740" v="133" actId="47"/>
        <pc:sldMkLst>
          <pc:docMk/>
          <pc:sldMk cId="3155197307" sldId="346"/>
        </pc:sldMkLst>
        <pc:spChg chg="add del mod">
          <ac:chgData name="YOUSSEF KHARRATA" userId="32899e33-3efb-4944-afdf-1bc8ea2dda46" providerId="ADAL" clId="{AE460348-D482-43DF-B84A-2168946794C5}" dt="2025-12-15T21:32:11.956" v="4" actId="478"/>
          <ac:spMkLst>
            <pc:docMk/>
            <pc:sldMk cId="3155197307" sldId="346"/>
            <ac:spMk id="13" creationId="{3532A915-F141-78CA-5A2F-6D88BD9D3837}"/>
          </ac:spMkLst>
        </pc:spChg>
        <pc:spChg chg="del">
          <ac:chgData name="YOUSSEF KHARRATA" userId="32899e33-3efb-4944-afdf-1bc8ea2dda46" providerId="ADAL" clId="{AE460348-D482-43DF-B84A-2168946794C5}" dt="2025-12-15T21:32:05.052" v="1" actId="478"/>
          <ac:spMkLst>
            <pc:docMk/>
            <pc:sldMk cId="3155197307" sldId="346"/>
            <ac:spMk id="1532" creationId="{00000000-0000-0000-0000-000000000000}"/>
          </ac:spMkLst>
        </pc:spChg>
        <pc:picChg chg="add del mod">
          <ac:chgData name="YOUSSEF KHARRATA" userId="32899e33-3efb-4944-afdf-1bc8ea2dda46" providerId="ADAL" clId="{AE460348-D482-43DF-B84A-2168946794C5}" dt="2025-12-15T23:40:22.507" v="123" actId="21"/>
          <ac:picMkLst>
            <pc:docMk/>
            <pc:sldMk cId="3155197307" sldId="346"/>
            <ac:picMk id="15" creationId="{951DA349-124B-48E9-9AAF-0667883A5B53}"/>
          </ac:picMkLst>
        </pc:picChg>
      </pc:sldChg>
      <pc:sldChg chg="new del">
        <pc:chgData name="YOUSSEF KHARRATA" userId="32899e33-3efb-4944-afdf-1bc8ea2dda46" providerId="ADAL" clId="{AE460348-D482-43DF-B84A-2168946794C5}" dt="2025-12-15T21:32:36.242" v="12" actId="47"/>
        <pc:sldMkLst>
          <pc:docMk/>
          <pc:sldMk cId="2859200064" sldId="347"/>
        </pc:sldMkLst>
      </pc:sldChg>
      <pc:sldChg chg="addSp delSp modSp add del mod">
        <pc:chgData name="YOUSSEF KHARRATA" userId="32899e33-3efb-4944-afdf-1bc8ea2dda46" providerId="ADAL" clId="{AE460348-D482-43DF-B84A-2168946794C5}" dt="2025-12-15T23:40:47.869" v="134" actId="47"/>
        <pc:sldMkLst>
          <pc:docMk/>
          <pc:sldMk cId="2447549521" sldId="348"/>
        </pc:sldMkLst>
        <pc:spChg chg="mod">
          <ac:chgData name="YOUSSEF KHARRATA" userId="32899e33-3efb-4944-afdf-1bc8ea2dda46" providerId="ADAL" clId="{AE460348-D482-43DF-B84A-2168946794C5}" dt="2025-12-15T21:32:40.835" v="14" actId="20577"/>
          <ac:spMkLst>
            <pc:docMk/>
            <pc:sldMk cId="2447549521" sldId="348"/>
            <ac:spMk id="1530" creationId="{00000000-0000-0000-0000-000000000000}"/>
          </ac:spMkLst>
        </pc:spChg>
        <pc:picChg chg="add del mod">
          <ac:chgData name="YOUSSEF KHARRATA" userId="32899e33-3efb-4944-afdf-1bc8ea2dda46" providerId="ADAL" clId="{AE460348-D482-43DF-B84A-2168946794C5}" dt="2025-12-15T23:40:31.423" v="126" actId="21"/>
          <ac:picMkLst>
            <pc:docMk/>
            <pc:sldMk cId="2447549521" sldId="348"/>
            <ac:picMk id="13" creationId="{67201C5C-2CF2-C62D-50E9-FCB4E54A7F45}"/>
          </ac:picMkLst>
        </pc:picChg>
        <pc:picChg chg="del">
          <ac:chgData name="YOUSSEF KHARRATA" userId="32899e33-3efb-4944-afdf-1bc8ea2dda46" providerId="ADAL" clId="{AE460348-D482-43DF-B84A-2168946794C5}" dt="2025-12-15T21:32:49.849" v="15" actId="478"/>
          <ac:picMkLst>
            <pc:docMk/>
            <pc:sldMk cId="2447549521" sldId="348"/>
            <ac:picMk id="15" creationId="{951DA349-124B-48E9-9AAF-0667883A5B53}"/>
          </ac:picMkLst>
        </pc:picChg>
      </pc:sldChg>
      <pc:sldChg chg="addSp delSp modSp add mod">
        <pc:chgData name="YOUSSEF KHARRATA" userId="32899e33-3efb-4944-afdf-1bc8ea2dda46" providerId="ADAL" clId="{AE460348-D482-43DF-B84A-2168946794C5}" dt="2025-12-15T23:40:26.263" v="125"/>
        <pc:sldMkLst>
          <pc:docMk/>
          <pc:sldMk cId="1341912214" sldId="349"/>
        </pc:sldMkLst>
        <pc:spChg chg="add del mod">
          <ac:chgData name="YOUSSEF KHARRATA" userId="32899e33-3efb-4944-afdf-1bc8ea2dda46" providerId="ADAL" clId="{AE460348-D482-43DF-B84A-2168946794C5}" dt="2025-12-15T23:40:25.950" v="124" actId="478"/>
          <ac:spMkLst>
            <pc:docMk/>
            <pc:sldMk cId="1341912214" sldId="349"/>
            <ac:spMk id="13" creationId="{1B0C2414-64DF-AA01-D235-9067F2F780B3}"/>
          </ac:spMkLst>
        </pc:spChg>
        <pc:spChg chg="mod">
          <ac:chgData name="YOUSSEF KHARRATA" userId="32899e33-3efb-4944-afdf-1bc8ea2dda46" providerId="ADAL" clId="{AE460348-D482-43DF-B84A-2168946794C5}" dt="2025-12-15T23:40:16.752" v="121" actId="20577"/>
          <ac:spMkLst>
            <pc:docMk/>
            <pc:sldMk cId="1341912214" sldId="349"/>
            <ac:spMk id="1530" creationId="{00000000-0000-0000-0000-000000000000}"/>
          </ac:spMkLst>
        </pc:spChg>
        <pc:spChg chg="del">
          <ac:chgData name="YOUSSEF KHARRATA" userId="32899e33-3efb-4944-afdf-1bc8ea2dda46" providerId="ADAL" clId="{AE460348-D482-43DF-B84A-2168946794C5}" dt="2025-12-15T23:40:20.085" v="122" actId="478"/>
          <ac:spMkLst>
            <pc:docMk/>
            <pc:sldMk cId="1341912214" sldId="349"/>
            <ac:spMk id="1532" creationId="{00000000-0000-0000-0000-000000000000}"/>
          </ac:spMkLst>
        </pc:spChg>
        <pc:picChg chg="add mod">
          <ac:chgData name="YOUSSEF KHARRATA" userId="32899e33-3efb-4944-afdf-1bc8ea2dda46" providerId="ADAL" clId="{AE460348-D482-43DF-B84A-2168946794C5}" dt="2025-12-15T23:40:26.263" v="125"/>
          <ac:picMkLst>
            <pc:docMk/>
            <pc:sldMk cId="1341912214" sldId="349"/>
            <ac:picMk id="15" creationId="{951DA349-124B-48E9-9AAF-0667883A5B53}"/>
          </ac:picMkLst>
        </pc:picChg>
      </pc:sldChg>
      <pc:sldChg chg="addSp delSp modSp add del mod">
        <pc:chgData name="YOUSSEF KHARRATA" userId="32899e33-3efb-4944-afdf-1bc8ea2dda46" providerId="ADAL" clId="{AE460348-D482-43DF-B84A-2168946794C5}" dt="2025-12-15T23:37:38.096" v="69" actId="2696"/>
        <pc:sldMkLst>
          <pc:docMk/>
          <pc:sldMk cId="2628995661" sldId="349"/>
        </pc:sldMkLst>
        <pc:spChg chg="mod">
          <ac:chgData name="YOUSSEF KHARRATA" userId="32899e33-3efb-4944-afdf-1bc8ea2dda46" providerId="ADAL" clId="{AE460348-D482-43DF-B84A-2168946794C5}" dt="2025-12-15T23:37:06.329" v="66" actId="20577"/>
          <ac:spMkLst>
            <pc:docMk/>
            <pc:sldMk cId="2628995661" sldId="349"/>
            <ac:spMk id="14" creationId="{5B33E1CE-6C48-3CF1-613A-71B75C64BEB5}"/>
          </ac:spMkLst>
        </pc:spChg>
        <pc:grpChg chg="mod">
          <ac:chgData name="YOUSSEF KHARRATA" userId="32899e33-3efb-4944-afdf-1bc8ea2dda46" providerId="ADAL" clId="{AE460348-D482-43DF-B84A-2168946794C5}" dt="2025-12-15T23:37:21.483" v="67" actId="14100"/>
          <ac:grpSpMkLst>
            <pc:docMk/>
            <pc:sldMk cId="2628995661" sldId="349"/>
            <ac:grpSpMk id="7" creationId="{390BD277-064C-16CD-FDFC-097F891009D7}"/>
          </ac:grpSpMkLst>
        </pc:grpChg>
        <pc:cxnChg chg="add mod">
          <ac:chgData name="YOUSSEF KHARRATA" userId="32899e33-3efb-4944-afdf-1bc8ea2dda46" providerId="ADAL" clId="{AE460348-D482-43DF-B84A-2168946794C5}" dt="2025-12-15T23:37:26.702" v="68" actId="1076"/>
          <ac:cxnSpMkLst>
            <pc:docMk/>
            <pc:sldMk cId="2628995661" sldId="349"/>
            <ac:cxnSpMk id="2" creationId="{E433AE54-B609-AB74-4E54-319E3D908B48}"/>
          </ac:cxnSpMkLst>
        </pc:cxnChg>
        <pc:cxnChg chg="del">
          <ac:chgData name="YOUSSEF KHARRATA" userId="32899e33-3efb-4944-afdf-1bc8ea2dda46" providerId="ADAL" clId="{AE460348-D482-43DF-B84A-2168946794C5}" dt="2025-12-15T23:35:49.972" v="43" actId="21"/>
          <ac:cxnSpMkLst>
            <pc:docMk/>
            <pc:sldMk cId="2628995661" sldId="349"/>
            <ac:cxnSpMk id="23" creationId="{E433AE54-B609-AB74-4E54-319E3D908B48}"/>
          </ac:cxnSpMkLst>
        </pc:cxnChg>
      </pc:sldChg>
      <pc:sldChg chg="addSp delSp modSp add mod">
        <pc:chgData name="YOUSSEF KHARRATA" userId="32899e33-3efb-4944-afdf-1bc8ea2dda46" providerId="ADAL" clId="{AE460348-D482-43DF-B84A-2168946794C5}" dt="2025-12-16T12:20:50.223" v="147" actId="1076"/>
        <pc:sldMkLst>
          <pc:docMk/>
          <pc:sldMk cId="3831988011" sldId="350"/>
        </pc:sldMkLst>
        <pc:spChg chg="add del mod">
          <ac:chgData name="YOUSSEF KHARRATA" userId="32899e33-3efb-4944-afdf-1bc8ea2dda46" providerId="ADAL" clId="{AE460348-D482-43DF-B84A-2168946794C5}" dt="2025-12-15T23:40:40.743" v="131" actId="478"/>
          <ac:spMkLst>
            <pc:docMk/>
            <pc:sldMk cId="3831988011" sldId="350"/>
            <ac:spMk id="13" creationId="{3865867F-880C-98AB-B294-48413964A37A}"/>
          </ac:spMkLst>
        </pc:spChg>
        <pc:spChg chg="mod">
          <ac:chgData name="YOUSSEF KHARRATA" userId="32899e33-3efb-4944-afdf-1bc8ea2dda46" providerId="ADAL" clId="{AE460348-D482-43DF-B84A-2168946794C5}" dt="2025-12-15T23:40:35.248" v="128" actId="20577"/>
          <ac:spMkLst>
            <pc:docMk/>
            <pc:sldMk cId="3831988011" sldId="350"/>
            <ac:spMk id="1530" creationId="{00000000-0000-0000-0000-000000000000}"/>
          </ac:spMkLst>
        </pc:spChg>
        <pc:spChg chg="del">
          <ac:chgData name="YOUSSEF KHARRATA" userId="32899e33-3efb-4944-afdf-1bc8ea2dda46" providerId="ADAL" clId="{AE460348-D482-43DF-B84A-2168946794C5}" dt="2025-12-15T23:40:38.070" v="129" actId="478"/>
          <ac:spMkLst>
            <pc:docMk/>
            <pc:sldMk cId="3831988011" sldId="350"/>
            <ac:spMk id="1532" creationId="{00000000-0000-0000-0000-000000000000}"/>
          </ac:spMkLst>
        </pc:spChg>
        <pc:picChg chg="add mod">
          <ac:chgData name="YOUSSEF KHARRATA" userId="32899e33-3efb-4944-afdf-1bc8ea2dda46" providerId="ADAL" clId="{AE460348-D482-43DF-B84A-2168946794C5}" dt="2025-12-16T12:20:50.223" v="147" actId="1076"/>
          <ac:picMkLst>
            <pc:docMk/>
            <pc:sldMk cId="3831988011" sldId="350"/>
            <ac:picMk id="13" creationId="{CC57523F-7DEA-D10E-03E8-D67BE4BE5829}"/>
          </ac:picMkLst>
        </pc:picChg>
        <pc:picChg chg="add del mod">
          <ac:chgData name="YOUSSEF KHARRATA" userId="32899e33-3efb-4944-afdf-1bc8ea2dda46" providerId="ADAL" clId="{AE460348-D482-43DF-B84A-2168946794C5}" dt="2025-12-16T12:20:44.073" v="144" actId="478"/>
          <ac:picMkLst>
            <pc:docMk/>
            <pc:sldMk cId="3831988011" sldId="350"/>
            <ac:picMk id="14" creationId="{67201C5C-2CF2-C62D-50E9-FCB4E54A7F4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24e5c2c9e45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24e5c2c9e45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1" name="Google Shape;1481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53301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1" name="Google Shape;1481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6898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7974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fr-FR" b="1" dirty="0"/>
              <a:t>Note1:</a:t>
            </a:r>
            <a:r>
              <a:rPr lang="fr-FR" dirty="0"/>
              <a:t> </a:t>
            </a:r>
            <a:r>
              <a:rPr lang="fr-FR" dirty="0" err="1"/>
              <a:t>Analog</a:t>
            </a:r>
            <a:r>
              <a:rPr lang="fr-FR" dirty="0"/>
              <a:t> Input ne peut pas faire sortir des signaux.</a:t>
            </a:r>
          </a:p>
          <a:p>
            <a:pPr marL="0" indent="0"/>
            <a:r>
              <a:rPr lang="fr-FR" b="1" dirty="0"/>
              <a:t>Note2: </a:t>
            </a:r>
            <a:r>
              <a:rPr lang="fr-FR" dirty="0"/>
              <a:t>Digital Pins peut sortir des signaux digitales dans tous les 14 pins et aussi analogiques dans les pins avec le symbole « ~ ».</a:t>
            </a:r>
          </a:p>
          <a:p>
            <a:pPr marL="0" indent="0"/>
            <a:r>
              <a:rPr lang="fr-FR" dirty="0"/>
              <a:t>Expliquer que tous les signaux qui entrent dans les 14 digital pins seront traitées comme des signaux digitales parce qu’il n’y a pas l’ADC.</a:t>
            </a:r>
          </a:p>
          <a:p>
            <a:pPr marL="0" indent="0"/>
            <a:endParaRPr lang="fr-FR" dirty="0"/>
          </a:p>
          <a:p>
            <a:pPr marL="0" indent="0"/>
            <a:r>
              <a:rPr lang="fr-FR" dirty="0"/>
              <a:t>Au contraire des </a:t>
            </a:r>
            <a:r>
              <a:rPr lang="fr-FR" dirty="0" err="1"/>
              <a:t>Analog</a:t>
            </a:r>
            <a:r>
              <a:rPr lang="fr-FR" dirty="0"/>
              <a:t> Inputs qui est de résolution 11 bits.</a:t>
            </a:r>
          </a:p>
          <a:p>
            <a:pPr marL="0" indent="0"/>
            <a:endParaRPr lang="fr-FR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925339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77822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89090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90754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62625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1" name="Google Shape;1481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04198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78958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46110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32908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17690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1" name="Google Shape;1481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48913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26592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Expliquer</a:t>
            </a:r>
            <a:r>
              <a:rPr lang="en-GB" dirty="0"/>
              <a:t> </a:t>
            </a:r>
            <a:r>
              <a:rPr lang="en-GB" dirty="0" err="1"/>
              <a:t>qu’il</a:t>
            </a:r>
            <a:r>
              <a:rPr lang="en-GB" dirty="0"/>
              <a:t> y a </a:t>
            </a:r>
            <a:r>
              <a:rPr lang="en-GB" dirty="0" err="1"/>
              <a:t>plusieurs</a:t>
            </a:r>
            <a:r>
              <a:rPr lang="en-GB" dirty="0"/>
              <a:t> marques et </a:t>
            </a:r>
            <a:r>
              <a:rPr lang="en-GB" dirty="0" err="1"/>
              <a:t>modèles</a:t>
            </a:r>
            <a:r>
              <a:rPr lang="en-GB" dirty="0"/>
              <a:t> de </a:t>
            </a:r>
            <a:r>
              <a:rPr lang="en-GB" dirty="0" err="1"/>
              <a:t>chaques</a:t>
            </a:r>
            <a:r>
              <a:rPr lang="en-GB" dirty="0"/>
              <a:t> </a:t>
            </a:r>
            <a:r>
              <a:rPr lang="en-GB" dirty="0" err="1"/>
              <a:t>capteurs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actionneurs</a:t>
            </a:r>
            <a:r>
              <a:rPr lang="en-GB" dirty="0"/>
              <a:t>, </a:t>
            </a:r>
            <a:r>
              <a:rPr lang="en-GB" dirty="0" err="1"/>
              <a:t>donc</a:t>
            </a:r>
            <a:r>
              <a:rPr lang="en-GB" dirty="0"/>
              <a:t> faut </a:t>
            </a:r>
            <a:r>
              <a:rPr lang="en-GB" dirty="0" err="1"/>
              <a:t>voir</a:t>
            </a:r>
            <a:r>
              <a:rPr lang="en-GB" dirty="0"/>
              <a:t> la documentation du </a:t>
            </a:r>
            <a:r>
              <a:rPr lang="en-GB" dirty="0" err="1"/>
              <a:t>capteur</a:t>
            </a:r>
            <a:r>
              <a:rPr lang="en-GB" dirty="0"/>
              <a:t> pour </a:t>
            </a:r>
            <a:r>
              <a:rPr lang="en-GB" dirty="0" err="1"/>
              <a:t>connaitre</a:t>
            </a:r>
            <a:r>
              <a:rPr lang="en-GB" dirty="0"/>
              <a:t> </a:t>
            </a:r>
            <a:r>
              <a:rPr lang="en-GB" dirty="0" err="1"/>
              <a:t>celui</a:t>
            </a:r>
            <a:r>
              <a:rPr lang="en-GB" dirty="0"/>
              <a:t> qui </a:t>
            </a:r>
            <a:r>
              <a:rPr lang="en-GB" dirty="0" err="1"/>
              <a:t>satisfait</a:t>
            </a:r>
            <a:r>
              <a:rPr lang="en-GB" dirty="0"/>
              <a:t> </a:t>
            </a:r>
            <a:r>
              <a:rPr lang="en-GB" dirty="0" err="1"/>
              <a:t>mieux</a:t>
            </a:r>
            <a:r>
              <a:rPr lang="en-GB" dirty="0"/>
              <a:t> le </a:t>
            </a:r>
            <a:r>
              <a:rPr lang="en-GB" dirty="0" err="1"/>
              <a:t>besoin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480309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91309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1" name="Google Shape;1481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26165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fr-FR" dirty="0"/>
              <a:t>Parler du store d’Arduino qui contient plusieurs bibliothèques et dire qu’ils se trouvent d’autres bibliothèques sur </a:t>
            </a:r>
            <a:r>
              <a:rPr lang="fr-FR" dirty="0" err="1"/>
              <a:t>github</a:t>
            </a:r>
            <a:r>
              <a:rPr lang="fr-FR" dirty="0"/>
              <a:t> et d’autres sites que vous pouvez </a:t>
            </a:r>
            <a:r>
              <a:rPr lang="fr-FR" dirty="0" err="1"/>
              <a:t>telecharger</a:t>
            </a:r>
            <a:r>
              <a:rPr lang="fr-FR" dirty="0"/>
              <a:t> et l’importer sur </a:t>
            </a:r>
            <a:r>
              <a:rPr lang="fr-FR" dirty="0" err="1"/>
              <a:t>arduino</a:t>
            </a:r>
            <a:r>
              <a:rPr lang="fr-FR" dirty="0"/>
              <a:t> ide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866726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fr-FR" dirty="0"/>
              <a:t>Installer la bibliothèque du capteur </a:t>
            </a:r>
            <a:r>
              <a:rPr lang="fr-FR" dirty="0" err="1"/>
              <a:t>ultrasonic</a:t>
            </a:r>
            <a:r>
              <a:rPr lang="fr-FR" dirty="0"/>
              <a:t> (HC-SR04), et utiliser </a:t>
            </a:r>
            <a:r>
              <a:rPr lang="fr-FR" dirty="0" err="1"/>
              <a:t>l’example</a:t>
            </a:r>
            <a:r>
              <a:rPr lang="fr-FR" dirty="0"/>
              <a:t> qu’offre la bibliothèque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416160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1" name="Google Shape;1481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75048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2104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02507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58489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g24ed99bf1a4_0_14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7" name="Google Shape;1947;g24ed99bf1a4_0_14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10" name="Google Shape;10;p2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11" name="Google Shape;11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2" name="Google Shape;12;p2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2"/>
            <p:cNvSpPr/>
            <p:nvPr/>
          </p:nvSpPr>
          <p:spPr>
            <a:xfrm>
              <a:off x="-289323" y="-166742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1475" y="-361175"/>
              <a:ext cx="7138625" cy="819350"/>
            </a:xfrm>
            <a:custGeom>
              <a:avLst/>
              <a:gdLst/>
              <a:ahLst/>
              <a:cxnLst/>
              <a:rect l="l" t="t" r="r" b="b"/>
              <a:pathLst>
                <a:path w="285545" h="32774" extrusionOk="0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" name="Google Shape;16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" name="Google Shape;18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8430775" y="2842975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" name="Google Shape;46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grpSp>
        <p:nvGrpSpPr>
          <p:cNvPr id="56" name="Google Shape;56;p2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58" name="Google Shape;58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61" name="Google Shape;61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3" name="Google Shape;63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69" name="Google Shape;69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71" name="Google Shape;71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76" name="Google Shape;7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8" name="Google Shape;7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79" name="Google Shape;7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84" name="Google Shape;8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86" name="Google Shape;8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8" name="Google Shape;8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4" name="Google Shape;9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97" name="Google Shape;97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2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8" name="Google Shape;98;p3"/>
          <p:cNvSpPr txBox="1">
            <a:spLocks noGrp="1"/>
          </p:cNvSpPr>
          <p:nvPr>
            <p:ph type="subTitle" idx="1"/>
          </p:nvPr>
        </p:nvSpPr>
        <p:spPr>
          <a:xfrm>
            <a:off x="720000" y="3252375"/>
            <a:ext cx="559800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grpSp>
        <p:nvGrpSpPr>
          <p:cNvPr id="99" name="Google Shape;99;p3"/>
          <p:cNvGrpSpPr/>
          <p:nvPr/>
        </p:nvGrpSpPr>
        <p:grpSpPr>
          <a:xfrm>
            <a:off x="-539206" y="-1717975"/>
            <a:ext cx="4397193" cy="4171657"/>
            <a:chOff x="-494406" y="-1584825"/>
            <a:chExt cx="4397193" cy="4171657"/>
          </a:xfrm>
        </p:grpSpPr>
        <p:grpSp>
          <p:nvGrpSpPr>
            <p:cNvPr id="100" name="Google Shape;100;p3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101" name="Google Shape;101;p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03;p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04" name="Google Shape;104;p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" name="Google Shape;106;p3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107" name="Google Shape;10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8" name="Google Shape;10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9" name="Google Shape;10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10" name="Google Shape;11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15" name="Google Shape;11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" name="Google Shape;116;p3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117" name="Google Shape;11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8" name="Google Shape;11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9" name="Google Shape;11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20" name="Google Shape;12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25" name="Google Shape;12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" name="Google Shape;126;p3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127" name="Google Shape;12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8" name="Google Shape;12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9" name="Google Shape;12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0" name="Google Shape;13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35" name="Google Shape;13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" name="Google Shape;136;p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37" name="Google Shape;137;p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8"/>
          <p:cNvSpPr txBox="1">
            <a:spLocks noGrp="1"/>
          </p:cNvSpPr>
          <p:nvPr>
            <p:ph type="title"/>
          </p:nvPr>
        </p:nvSpPr>
        <p:spPr>
          <a:xfrm>
            <a:off x="713225" y="2122600"/>
            <a:ext cx="7297500" cy="9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grpSp>
        <p:nvGrpSpPr>
          <p:cNvPr id="366" name="Google Shape;366;p8"/>
          <p:cNvGrpSpPr/>
          <p:nvPr/>
        </p:nvGrpSpPr>
        <p:grpSpPr>
          <a:xfrm>
            <a:off x="6475811" y="-1541623"/>
            <a:ext cx="2583360" cy="2409685"/>
            <a:chOff x="6475811" y="-1541623"/>
            <a:chExt cx="2583360" cy="2409685"/>
          </a:xfrm>
        </p:grpSpPr>
        <p:grpSp>
          <p:nvGrpSpPr>
            <p:cNvPr id="367" name="Google Shape;367;p8"/>
            <p:cNvGrpSpPr/>
            <p:nvPr/>
          </p:nvGrpSpPr>
          <p:grpSpPr>
            <a:xfrm rot="-5400000">
              <a:off x="5879041" y="-944853"/>
              <a:ext cx="2133442" cy="939904"/>
              <a:chOff x="-149984" y="3754784"/>
              <a:chExt cx="2133442" cy="939904"/>
            </a:xfrm>
          </p:grpSpPr>
          <p:sp>
            <p:nvSpPr>
              <p:cNvPr id="368" name="Google Shape;368;p8"/>
              <p:cNvSpPr/>
              <p:nvPr/>
            </p:nvSpPr>
            <p:spPr>
              <a:xfrm rot="5400000">
                <a:off x="707379" y="3056155"/>
                <a:ext cx="577450" cy="1974708"/>
              </a:xfrm>
              <a:custGeom>
                <a:avLst/>
                <a:gdLst/>
                <a:ahLst/>
                <a:cxnLst/>
                <a:rect l="l" t="t" r="r" b="b"/>
                <a:pathLst>
                  <a:path w="14079" h="48146" extrusionOk="0">
                    <a:moveTo>
                      <a:pt x="13866" y="0"/>
                    </a:moveTo>
                    <a:lnTo>
                      <a:pt x="5867" y="7999"/>
                    </a:lnTo>
                    <a:lnTo>
                      <a:pt x="5836" y="8045"/>
                    </a:lnTo>
                    <a:lnTo>
                      <a:pt x="5836" y="31737"/>
                    </a:lnTo>
                    <a:lnTo>
                      <a:pt x="1" y="37541"/>
                    </a:lnTo>
                    <a:lnTo>
                      <a:pt x="1" y="48146"/>
                    </a:lnTo>
                    <a:lnTo>
                      <a:pt x="306" y="48146"/>
                    </a:lnTo>
                    <a:lnTo>
                      <a:pt x="306" y="37679"/>
                    </a:lnTo>
                    <a:lnTo>
                      <a:pt x="6141" y="31874"/>
                    </a:lnTo>
                    <a:lnTo>
                      <a:pt x="6141" y="8167"/>
                    </a:lnTo>
                    <a:lnTo>
                      <a:pt x="14079" y="229"/>
                    </a:lnTo>
                    <a:lnTo>
                      <a:pt x="13866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8"/>
              <p:cNvSpPr/>
              <p:nvPr/>
            </p:nvSpPr>
            <p:spPr>
              <a:xfrm rot="5400000">
                <a:off x="391825" y="3465468"/>
                <a:ext cx="687411" cy="1771028"/>
              </a:xfrm>
              <a:custGeom>
                <a:avLst/>
                <a:gdLst/>
                <a:ahLst/>
                <a:cxnLst/>
                <a:rect l="l" t="t" r="r" b="b"/>
                <a:pathLst>
                  <a:path w="16760" h="43180" extrusionOk="0">
                    <a:moveTo>
                      <a:pt x="16531" y="1"/>
                    </a:moveTo>
                    <a:lnTo>
                      <a:pt x="4403" y="12159"/>
                    </a:lnTo>
                    <a:lnTo>
                      <a:pt x="4342" y="12190"/>
                    </a:lnTo>
                    <a:lnTo>
                      <a:pt x="4342" y="25734"/>
                    </a:lnTo>
                    <a:lnTo>
                      <a:pt x="0" y="30077"/>
                    </a:lnTo>
                    <a:lnTo>
                      <a:pt x="8746" y="38822"/>
                    </a:lnTo>
                    <a:lnTo>
                      <a:pt x="8746" y="43180"/>
                    </a:lnTo>
                    <a:lnTo>
                      <a:pt x="9066" y="43180"/>
                    </a:lnTo>
                    <a:lnTo>
                      <a:pt x="9066" y="38700"/>
                    </a:lnTo>
                    <a:lnTo>
                      <a:pt x="442" y="30077"/>
                    </a:lnTo>
                    <a:lnTo>
                      <a:pt x="4662" y="25872"/>
                    </a:lnTo>
                    <a:lnTo>
                      <a:pt x="4662" y="12327"/>
                    </a:lnTo>
                    <a:lnTo>
                      <a:pt x="16760" y="230"/>
                    </a:lnTo>
                    <a:lnTo>
                      <a:pt x="16531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0" name="Google Shape;370;p8"/>
            <p:cNvSpPr/>
            <p:nvPr/>
          </p:nvSpPr>
          <p:spPr>
            <a:xfrm rot="5400000">
              <a:off x="7783092" y="-770470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8"/>
            <p:cNvSpPr/>
            <p:nvPr/>
          </p:nvSpPr>
          <p:spPr>
            <a:xfrm rot="5400000">
              <a:off x="7617537" y="-361157"/>
              <a:ext cx="687411" cy="1771028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2" name="Google Shape;372;p8"/>
            <p:cNvGrpSpPr/>
            <p:nvPr/>
          </p:nvGrpSpPr>
          <p:grpSpPr>
            <a:xfrm>
              <a:off x="7741638" y="-258450"/>
              <a:ext cx="439200" cy="439100"/>
              <a:chOff x="1101075" y="2142375"/>
              <a:chExt cx="439200" cy="439100"/>
            </a:xfrm>
          </p:grpSpPr>
          <p:sp>
            <p:nvSpPr>
              <p:cNvPr id="373" name="Google Shape;373;p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Vide">
    <p:bg>
      <p:bgPr>
        <a:noFill/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496" name="Google Shape;496;p13"/>
          <p:cNvSpPr txBox="1">
            <a:spLocks noGrp="1"/>
          </p:cNvSpPr>
          <p:nvPr>
            <p:ph type="subTitle" idx="1"/>
          </p:nvPr>
        </p:nvSpPr>
        <p:spPr>
          <a:xfrm>
            <a:off x="720000" y="2244725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497" name="Google Shape;497;p13"/>
          <p:cNvSpPr txBox="1">
            <a:spLocks noGrp="1"/>
          </p:cNvSpPr>
          <p:nvPr>
            <p:ph type="subTitle" idx="2"/>
          </p:nvPr>
        </p:nvSpPr>
        <p:spPr>
          <a:xfrm>
            <a:off x="4366700" y="2244725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498" name="Google Shape;498;p13"/>
          <p:cNvSpPr txBox="1">
            <a:spLocks noGrp="1"/>
          </p:cNvSpPr>
          <p:nvPr>
            <p:ph type="subTitle" idx="3"/>
          </p:nvPr>
        </p:nvSpPr>
        <p:spPr>
          <a:xfrm>
            <a:off x="720000" y="3940900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499" name="Google Shape;499;p13"/>
          <p:cNvSpPr txBox="1">
            <a:spLocks noGrp="1"/>
          </p:cNvSpPr>
          <p:nvPr>
            <p:ph type="subTitle" idx="4"/>
          </p:nvPr>
        </p:nvSpPr>
        <p:spPr>
          <a:xfrm>
            <a:off x="4366700" y="3940900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500" name="Google Shape;500;p13"/>
          <p:cNvSpPr txBox="1">
            <a:spLocks noGrp="1"/>
          </p:cNvSpPr>
          <p:nvPr>
            <p:ph type="title" idx="5" hasCustomPrompt="1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3"/>
          <p:cNvSpPr txBox="1">
            <a:spLocks noGrp="1"/>
          </p:cNvSpPr>
          <p:nvPr>
            <p:ph type="title" idx="6" hasCustomPrompt="1"/>
          </p:nvPr>
        </p:nvSpPr>
        <p:spPr>
          <a:xfrm>
            <a:off x="720003" y="3040971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2" name="Google Shape;502;p13"/>
          <p:cNvSpPr txBox="1">
            <a:spLocks noGrp="1"/>
          </p:cNvSpPr>
          <p:nvPr>
            <p:ph type="title" idx="7" hasCustomPrompt="1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3"/>
          <p:cNvSpPr txBox="1">
            <a:spLocks noGrp="1"/>
          </p:cNvSpPr>
          <p:nvPr>
            <p:ph type="title" idx="8" hasCustomPrompt="1"/>
          </p:nvPr>
        </p:nvSpPr>
        <p:spPr>
          <a:xfrm>
            <a:off x="4366698" y="3040971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4" name="Google Shape;504;p13"/>
          <p:cNvSpPr txBox="1">
            <a:spLocks noGrp="1"/>
          </p:cNvSpPr>
          <p:nvPr>
            <p:ph type="subTitle" idx="9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505" name="Google Shape;505;p13"/>
          <p:cNvSpPr txBox="1">
            <a:spLocks noGrp="1"/>
          </p:cNvSpPr>
          <p:nvPr>
            <p:ph type="subTitle" idx="13"/>
          </p:nvPr>
        </p:nvSpPr>
        <p:spPr>
          <a:xfrm>
            <a:off x="4366698" y="1918675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506" name="Google Shape;506;p13"/>
          <p:cNvSpPr txBox="1">
            <a:spLocks noGrp="1"/>
          </p:cNvSpPr>
          <p:nvPr>
            <p:ph type="subTitle" idx="14"/>
          </p:nvPr>
        </p:nvSpPr>
        <p:spPr>
          <a:xfrm>
            <a:off x="720000" y="3614801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507" name="Google Shape;507;p13"/>
          <p:cNvSpPr txBox="1">
            <a:spLocks noGrp="1"/>
          </p:cNvSpPr>
          <p:nvPr>
            <p:ph type="subTitle" idx="15"/>
          </p:nvPr>
        </p:nvSpPr>
        <p:spPr>
          <a:xfrm>
            <a:off x="4366698" y="3614801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grpSp>
        <p:nvGrpSpPr>
          <p:cNvPr id="508" name="Google Shape;508;p13"/>
          <p:cNvGrpSpPr/>
          <p:nvPr/>
        </p:nvGrpSpPr>
        <p:grpSpPr>
          <a:xfrm>
            <a:off x="-808923" y="2711465"/>
            <a:ext cx="2097951" cy="3309497"/>
            <a:chOff x="-656523" y="2711465"/>
            <a:chExt cx="2097951" cy="3309497"/>
          </a:xfrm>
        </p:grpSpPr>
        <p:sp>
          <p:nvSpPr>
            <p:cNvPr id="509" name="Google Shape;509;p13"/>
            <p:cNvSpPr/>
            <p:nvPr/>
          </p:nvSpPr>
          <p:spPr>
            <a:xfrm flipH="1">
              <a:off x="-352474" y="4279466"/>
              <a:ext cx="1139424" cy="986746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0" name="Google Shape;510;p13"/>
            <p:cNvGrpSpPr/>
            <p:nvPr/>
          </p:nvGrpSpPr>
          <p:grpSpPr>
            <a:xfrm>
              <a:off x="323479" y="4682324"/>
              <a:ext cx="328346" cy="328531"/>
              <a:chOff x="3678700" y="407275"/>
              <a:chExt cx="708100" cy="708500"/>
            </a:xfrm>
          </p:grpSpPr>
          <p:sp>
            <p:nvSpPr>
              <p:cNvPr id="511" name="Google Shape;511;p13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13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3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13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13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13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13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8" name="Google Shape;518;p13"/>
            <p:cNvGrpSpPr/>
            <p:nvPr/>
          </p:nvGrpSpPr>
          <p:grpSpPr>
            <a:xfrm>
              <a:off x="-541317" y="2711465"/>
              <a:ext cx="1117945" cy="1598547"/>
              <a:chOff x="-541317" y="2711465"/>
              <a:chExt cx="1117945" cy="1598547"/>
            </a:xfrm>
          </p:grpSpPr>
          <p:sp>
            <p:nvSpPr>
              <p:cNvPr id="519" name="Google Shape;51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0" name="Google Shape;52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1" name="Google Shape;52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" name="Google Shape;52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23" name="Google Shape;523;p13"/>
            <p:cNvGrpSpPr/>
            <p:nvPr/>
          </p:nvGrpSpPr>
          <p:grpSpPr>
            <a:xfrm rot="-9080766">
              <a:off x="-341725" y="3731687"/>
              <a:ext cx="1117904" cy="1598488"/>
              <a:chOff x="-541317" y="2711465"/>
              <a:chExt cx="1117945" cy="1598547"/>
            </a:xfrm>
          </p:grpSpPr>
          <p:sp>
            <p:nvSpPr>
              <p:cNvPr id="524" name="Google Shape;524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5" name="Google Shape;525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6" name="Google Shape;526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" name="Google Shape;527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28" name="Google Shape;528;p13"/>
            <p:cNvGrpSpPr/>
            <p:nvPr/>
          </p:nvGrpSpPr>
          <p:grpSpPr>
            <a:xfrm rot="10800000">
              <a:off x="323483" y="4422415"/>
              <a:ext cx="1117945" cy="1598547"/>
              <a:chOff x="-541317" y="2711465"/>
              <a:chExt cx="1117945" cy="1598547"/>
            </a:xfrm>
          </p:grpSpPr>
          <p:sp>
            <p:nvSpPr>
              <p:cNvPr id="529" name="Google Shape;52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30" name="Google Shape;53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31" name="Google Shape;53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" name="Google Shape;53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533" name="Google Shape;533;p13"/>
          <p:cNvGrpSpPr/>
          <p:nvPr/>
        </p:nvGrpSpPr>
        <p:grpSpPr>
          <a:xfrm>
            <a:off x="6470875" y="-1735180"/>
            <a:ext cx="4257000" cy="4171657"/>
            <a:chOff x="6394675" y="-1658980"/>
            <a:chExt cx="4257000" cy="4171657"/>
          </a:xfrm>
        </p:grpSpPr>
        <p:grpSp>
          <p:nvGrpSpPr>
            <p:cNvPr id="534" name="Google Shape;534;p13"/>
            <p:cNvGrpSpPr/>
            <p:nvPr/>
          </p:nvGrpSpPr>
          <p:grpSpPr>
            <a:xfrm rot="-2700000" flipH="1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535" name="Google Shape;535;p1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1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1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8" name="Google Shape;538;p13"/>
            <p:cNvSpPr/>
            <p:nvPr/>
          </p:nvSpPr>
          <p:spPr>
            <a:xfrm>
              <a:off x="6394675" y="0"/>
              <a:ext cx="284119" cy="246048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3"/>
            <p:cNvSpPr/>
            <p:nvPr/>
          </p:nvSpPr>
          <p:spPr>
            <a:xfrm>
              <a:off x="6627600" y="-49075"/>
              <a:ext cx="570546" cy="494095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0" name="Google Shape;540;p13"/>
          <p:cNvGrpSpPr/>
          <p:nvPr/>
        </p:nvGrpSpPr>
        <p:grpSpPr>
          <a:xfrm>
            <a:off x="-113888" y="229201"/>
            <a:ext cx="1891393" cy="134100"/>
            <a:chOff x="-113888" y="229201"/>
            <a:chExt cx="1891393" cy="134100"/>
          </a:xfrm>
        </p:grpSpPr>
        <p:sp>
          <p:nvSpPr>
            <p:cNvPr id="541" name="Google Shape;541;p13"/>
            <p:cNvSpPr/>
            <p:nvPr/>
          </p:nvSpPr>
          <p:spPr>
            <a:xfrm>
              <a:off x="1643404" y="2292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42" name="Google Shape;542;p13"/>
            <p:cNvCxnSpPr/>
            <p:nvPr/>
          </p:nvCxnSpPr>
          <p:spPr>
            <a:xfrm rot="10800000">
              <a:off x="783712" y="-601348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43" name="Google Shape;543;p13"/>
            <p:cNvSpPr/>
            <p:nvPr/>
          </p:nvSpPr>
          <p:spPr>
            <a:xfrm>
              <a:off x="1673517" y="2593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761" name="Google Shape;761;p19"/>
          <p:cNvSpPr txBox="1">
            <a:spLocks noGrp="1"/>
          </p:cNvSpPr>
          <p:nvPr>
            <p:ph type="subTitle" idx="1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762" name="Google Shape;762;p19"/>
          <p:cNvSpPr txBox="1">
            <a:spLocks noGrp="1"/>
          </p:cNvSpPr>
          <p:nvPr>
            <p:ph type="subTitle" idx="2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grpSp>
        <p:nvGrpSpPr>
          <p:cNvPr id="763" name="Google Shape;763;p19"/>
          <p:cNvGrpSpPr/>
          <p:nvPr/>
        </p:nvGrpSpPr>
        <p:grpSpPr>
          <a:xfrm>
            <a:off x="-96329" y="4888563"/>
            <a:ext cx="1590408" cy="88125"/>
            <a:chOff x="124624" y="4953514"/>
            <a:chExt cx="1137387" cy="88142"/>
          </a:xfrm>
        </p:grpSpPr>
        <p:sp>
          <p:nvSpPr>
            <p:cNvPr id="764" name="Google Shape;764;p19"/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avLst/>
              <a:gdLst/>
              <a:ahLst/>
              <a:cxnLst/>
              <a:rect l="l" t="t" r="r" b="b"/>
              <a:pathLst>
                <a:path w="306" h="27731" extrusionOk="0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9"/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avLst/>
              <a:gdLst/>
              <a:ahLst/>
              <a:cxnLst/>
              <a:rect l="l" t="t" r="r" b="b"/>
              <a:pathLst>
                <a:path w="305" h="27731" extrusionOk="0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6" name="Google Shape;766;p19"/>
          <p:cNvGrpSpPr/>
          <p:nvPr/>
        </p:nvGrpSpPr>
        <p:grpSpPr>
          <a:xfrm>
            <a:off x="6883700" y="1385725"/>
            <a:ext cx="4028179" cy="5283555"/>
            <a:chOff x="6883700" y="1385725"/>
            <a:chExt cx="4028179" cy="5283555"/>
          </a:xfrm>
        </p:grpSpPr>
        <p:sp>
          <p:nvSpPr>
            <p:cNvPr id="767" name="Google Shape;767;p19"/>
            <p:cNvSpPr/>
            <p:nvPr/>
          </p:nvSpPr>
          <p:spPr>
            <a:xfrm>
              <a:off x="6883700" y="1407586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9"/>
            <p:cNvSpPr/>
            <p:nvPr/>
          </p:nvSpPr>
          <p:spPr>
            <a:xfrm>
              <a:off x="7842318" y="1385725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9"/>
            <p:cNvSpPr/>
            <p:nvPr/>
          </p:nvSpPr>
          <p:spPr>
            <a:xfrm>
              <a:off x="7734200" y="2571774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9"/>
            <p:cNvSpPr/>
            <p:nvPr/>
          </p:nvSpPr>
          <p:spPr>
            <a:xfrm>
              <a:off x="7758564" y="1550075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1" name="Google Shape;771;p19"/>
          <p:cNvGrpSpPr/>
          <p:nvPr/>
        </p:nvGrpSpPr>
        <p:grpSpPr>
          <a:xfrm>
            <a:off x="4598006" y="-1699037"/>
            <a:ext cx="5579794" cy="3203424"/>
            <a:chOff x="4521806" y="-1546637"/>
            <a:chExt cx="5579794" cy="3203424"/>
          </a:xfrm>
        </p:grpSpPr>
        <p:grpSp>
          <p:nvGrpSpPr>
            <p:cNvPr id="772" name="Google Shape;772;p19"/>
            <p:cNvGrpSpPr/>
            <p:nvPr/>
          </p:nvGrpSpPr>
          <p:grpSpPr>
            <a:xfrm>
              <a:off x="4619858" y="-154439"/>
              <a:ext cx="916824" cy="700199"/>
              <a:chOff x="4619858" y="-154439"/>
              <a:chExt cx="916824" cy="700199"/>
            </a:xfrm>
          </p:grpSpPr>
          <p:sp>
            <p:nvSpPr>
              <p:cNvPr id="773" name="Google Shape;773;p19"/>
              <p:cNvSpPr/>
              <p:nvPr/>
            </p:nvSpPr>
            <p:spPr>
              <a:xfrm>
                <a:off x="4823308" y="126723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19"/>
              <p:cNvSpPr/>
              <p:nvPr/>
            </p:nvSpPr>
            <p:spPr>
              <a:xfrm>
                <a:off x="4619858" y="-114577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19"/>
              <p:cNvSpPr/>
              <p:nvPr/>
            </p:nvSpPr>
            <p:spPr>
              <a:xfrm>
                <a:off x="5052808" y="-154439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776" name="Google Shape;776;p1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5904350" y="-1546637"/>
              <a:ext cx="4197251" cy="3203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19"/>
            <p:cNvSpPr/>
            <p:nvPr/>
          </p:nvSpPr>
          <p:spPr>
            <a:xfrm rot="-5400000">
              <a:off x="5282845" y="-105894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9"/>
            <p:cNvSpPr/>
            <p:nvPr/>
          </p:nvSpPr>
          <p:spPr>
            <a:xfrm rot="-5400000">
              <a:off x="5282230" y="-899603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79" name="Google Shape;779;p19"/>
            <p:cNvGrpSpPr/>
            <p:nvPr/>
          </p:nvGrpSpPr>
          <p:grpSpPr>
            <a:xfrm rot="10800000">
              <a:off x="8323180" y="210225"/>
              <a:ext cx="1493503" cy="88125"/>
              <a:chOff x="124624" y="4953514"/>
              <a:chExt cx="1137387" cy="88142"/>
            </a:xfrm>
          </p:grpSpPr>
          <p:sp>
            <p:nvSpPr>
              <p:cNvPr id="780" name="Google Shape;780;p19"/>
              <p:cNvSpPr/>
              <p:nvPr/>
            </p:nvSpPr>
            <p:spPr>
              <a:xfrm rot="5400000">
                <a:off x="687043" y="4391096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19"/>
              <p:cNvSpPr/>
              <p:nvPr/>
            </p:nvSpPr>
            <p:spPr>
              <a:xfrm rot="5400000">
                <a:off x="687063" y="4466709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2" name="Google Shape;782;p19"/>
            <p:cNvGrpSpPr/>
            <p:nvPr/>
          </p:nvGrpSpPr>
          <p:grpSpPr>
            <a:xfrm>
              <a:off x="4619231" y="-32636"/>
              <a:ext cx="254987" cy="255131"/>
              <a:chOff x="3678700" y="407275"/>
              <a:chExt cx="708100" cy="708500"/>
            </a:xfrm>
          </p:grpSpPr>
          <p:sp>
            <p:nvSpPr>
              <p:cNvPr id="783" name="Google Shape;783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0" name="Google Shape;790;p19"/>
            <p:cNvGrpSpPr/>
            <p:nvPr/>
          </p:nvGrpSpPr>
          <p:grpSpPr>
            <a:xfrm>
              <a:off x="4521806" y="126714"/>
              <a:ext cx="254987" cy="255131"/>
              <a:chOff x="3678700" y="407275"/>
              <a:chExt cx="708100" cy="708500"/>
            </a:xfrm>
          </p:grpSpPr>
          <p:sp>
            <p:nvSpPr>
              <p:cNvPr id="791" name="Google Shape;791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9" name="Google Shape;1339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0" name="Google Shape;1340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1" name="Google Shape;1341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5" name="Google Shape;1345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6" name="Google Shape;1346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47" name="Google Shape;1347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8" name="Google Shape;1348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9" name="Google Shape;1349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50" name="Google Shape;1350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1" name="Google Shape;1351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2" name="Google Shape;1352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53" name="Google Shape;1353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4" name="Google Shape;1354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5" name="Google Shape;1355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56" name="Google Shape;1356;p3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8" name="Google Shape;1358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59" name="Google Shape;1359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6" name="Google Shape;1366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7" name="Google Shape;1367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4" name="Google Shape;1374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5" name="Google Shape;1375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8" name="Google Shape;1378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79" name="Google Shape;1379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0" name="Google Shape;1380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1" name="Google Shape;1381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2" name="Google Shape;1382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3" name="Google Shape;1383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4" name="Google Shape;1384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385" name="Google Shape;1385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6" name="Google Shape;1386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8" name="Google Shape;1388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89" name="Google Shape;1389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0" name="Google Shape;1390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1" name="Google Shape;1391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2" name="Google Shape;1392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3" name="Google Shape;1393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4" name="Google Shape;1394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0" name="Google Shape;1400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1" name="Google Shape;1401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2" name="Google Shape;1402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8" name="Google Shape;1408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9" name="Google Shape;1409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0" name="Google Shape;1410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16" name="Google Shape;1416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7" name="Google Shape;1417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18" name="Google Shape;1418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19" name="Google Shape;1419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4" r:id="rId3"/>
    <p:sldLayoutId id="2147483658" r:id="rId4"/>
    <p:sldLayoutId id="2147483659" r:id="rId5"/>
    <p:sldLayoutId id="2147483665" r:id="rId6"/>
    <p:sldLayoutId id="2147483676" r:id="rId7"/>
    <p:sldLayoutId id="2147483677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liexpress.com/" TargetMode="External"/><Relationship Id="rId3" Type="http://schemas.openxmlformats.org/officeDocument/2006/relationships/hyperlink" Target="https://www.electrodragon.com/" TargetMode="External"/><Relationship Id="rId7" Type="http://schemas.openxmlformats.org/officeDocument/2006/relationships/hyperlink" Target="https://www.temu.com/ma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jumia.ma/" TargetMode="External"/><Relationship Id="rId5" Type="http://schemas.openxmlformats.org/officeDocument/2006/relationships/hyperlink" Target="https://marocarduino.com/" TargetMode="External"/><Relationship Id="rId4" Type="http://schemas.openxmlformats.org/officeDocument/2006/relationships/hyperlink" Target="https://marocproduits.com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35"/>
          <p:cNvSpPr txBox="1">
            <a:spLocks noGrp="1"/>
          </p:cNvSpPr>
          <p:nvPr>
            <p:ph type="ctrTitle"/>
          </p:nvPr>
        </p:nvSpPr>
        <p:spPr>
          <a:xfrm>
            <a:off x="1096849" y="816324"/>
            <a:ext cx="7574535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Chapitre </a:t>
            </a:r>
            <a:r>
              <a:rPr lang="en"/>
              <a:t>2</a:t>
            </a:r>
            <a:r>
              <a:rPr lang="en">
                <a:solidFill>
                  <a:schemeClr val="dk2"/>
                </a:solidFill>
              </a:rPr>
              <a:t> </a:t>
            </a:r>
            <a:br>
              <a:rPr lang="en" dirty="0">
                <a:solidFill>
                  <a:schemeClr val="dk2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Sensors &amp; Actuators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1432" name="Google Shape;1432;p35"/>
          <p:cNvGrpSpPr/>
          <p:nvPr/>
        </p:nvGrpSpPr>
        <p:grpSpPr>
          <a:xfrm>
            <a:off x="1096850" y="3242811"/>
            <a:ext cx="3936683" cy="134070"/>
            <a:chOff x="1096850" y="3242811"/>
            <a:chExt cx="3936683" cy="134070"/>
          </a:xfrm>
        </p:grpSpPr>
        <p:cxnSp>
          <p:nvCxnSpPr>
            <p:cNvPr id="1433" name="Google Shape;1433;p35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4" name="Google Shape;1434;p35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35" name="Google Shape;1435;p35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35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7" name="Google Shape;1437;p35"/>
          <p:cNvGrpSpPr/>
          <p:nvPr/>
        </p:nvGrpSpPr>
        <p:grpSpPr>
          <a:xfrm>
            <a:off x="8017432" y="-313900"/>
            <a:ext cx="134070" cy="1891362"/>
            <a:chOff x="8017432" y="-313900"/>
            <a:chExt cx="134070" cy="1891362"/>
          </a:xfrm>
        </p:grpSpPr>
        <p:sp>
          <p:nvSpPr>
            <p:cNvPr id="1438" name="Google Shape;1438;p35"/>
            <p:cNvSpPr/>
            <p:nvPr/>
          </p:nvSpPr>
          <p:spPr>
            <a:xfrm rot="5400000">
              <a:off x="8017432" y="1443393"/>
              <a:ext cx="134070" cy="13407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39" name="Google Shape;1439;p35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40" name="Google Shape;1440;p35"/>
            <p:cNvSpPr/>
            <p:nvPr/>
          </p:nvSpPr>
          <p:spPr>
            <a:xfrm rot="5400000">
              <a:off x="8047515" y="1473505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1" name="Google Shape;1441;p35"/>
          <p:cNvGrpSpPr/>
          <p:nvPr/>
        </p:nvGrpSpPr>
        <p:grpSpPr>
          <a:xfrm>
            <a:off x="6309526" y="957475"/>
            <a:ext cx="3504715" cy="5119205"/>
            <a:chOff x="6309526" y="836950"/>
            <a:chExt cx="3504715" cy="5119205"/>
          </a:xfrm>
        </p:grpSpPr>
        <p:sp>
          <p:nvSpPr>
            <p:cNvPr id="1442" name="Google Shape;1442;p35"/>
            <p:cNvSpPr/>
            <p:nvPr/>
          </p:nvSpPr>
          <p:spPr>
            <a:xfrm>
              <a:off x="6309526" y="8369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43" name="Google Shape;1443;p35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44" name="Google Shape;1444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35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47" name="Google Shape;1447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9" name="Google Shape;1449;p35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50" name="Google Shape;1450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2" name="Google Shape;1452;p35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Planning</a:t>
            </a:r>
            <a:endParaRPr sz="3200" dirty="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67" name="Google Shape;1467;p37"/>
          <p:cNvSpPr txBox="1">
            <a:spLocks noGrp="1"/>
          </p:cNvSpPr>
          <p:nvPr>
            <p:ph type="subTitle" idx="9"/>
          </p:nvPr>
        </p:nvSpPr>
        <p:spPr>
          <a:xfrm>
            <a:off x="1455251" y="1706243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Reminder</a:t>
            </a:r>
            <a:endParaRPr dirty="0"/>
          </a:p>
        </p:txBody>
      </p:sp>
      <p:sp>
        <p:nvSpPr>
          <p:cNvPr id="1472" name="Google Shape;1472;p37"/>
          <p:cNvSpPr txBox="1">
            <a:spLocks noGrp="1"/>
          </p:cNvSpPr>
          <p:nvPr>
            <p:ph type="title" idx="5"/>
          </p:nvPr>
        </p:nvSpPr>
        <p:spPr>
          <a:xfrm>
            <a:off x="720003" y="1620443"/>
            <a:ext cx="10575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474" name="Google Shape;1474;p37"/>
          <p:cNvSpPr txBox="1">
            <a:spLocks noGrp="1"/>
          </p:cNvSpPr>
          <p:nvPr>
            <p:ph type="title" idx="7"/>
          </p:nvPr>
        </p:nvSpPr>
        <p:spPr>
          <a:xfrm>
            <a:off x="4797001" y="1620443"/>
            <a:ext cx="10575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476" name="Google Shape;1476;p37"/>
          <p:cNvSpPr txBox="1">
            <a:spLocks noGrp="1"/>
          </p:cNvSpPr>
          <p:nvPr>
            <p:ph type="subTitle" idx="13"/>
          </p:nvPr>
        </p:nvSpPr>
        <p:spPr>
          <a:xfrm>
            <a:off x="5482801" y="1710759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Digital &amp; Analog</a:t>
            </a:r>
            <a:endParaRPr dirty="0"/>
          </a:p>
        </p:txBody>
      </p:sp>
      <p:sp>
        <p:nvSpPr>
          <p:cNvPr id="18" name="Google Shape;1467;p37">
            <a:extLst>
              <a:ext uri="{FF2B5EF4-FFF2-40B4-BE49-F238E27FC236}">
                <a16:creationId xmlns:a16="http://schemas.microsoft.com/office/drawing/2014/main" id="{D76D3BF2-469F-D96C-E803-C5ACC9A42A85}"/>
              </a:ext>
            </a:extLst>
          </p:cNvPr>
          <p:cNvSpPr txBox="1">
            <a:spLocks/>
          </p:cNvSpPr>
          <p:nvPr/>
        </p:nvSpPr>
        <p:spPr>
          <a:xfrm>
            <a:off x="1455248" y="2923600"/>
            <a:ext cx="32337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19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indent="0"/>
            <a:r>
              <a:rPr lang="en" dirty="0"/>
              <a:t>Serial </a:t>
            </a:r>
          </a:p>
          <a:p>
            <a:pPr marL="0" indent="0"/>
            <a:r>
              <a:rPr lang="en" dirty="0"/>
              <a:t>Communication</a:t>
            </a:r>
            <a:endParaRPr lang="en-GB" dirty="0"/>
          </a:p>
        </p:txBody>
      </p:sp>
      <p:sp>
        <p:nvSpPr>
          <p:cNvPr id="19" name="Google Shape;1472;p37">
            <a:extLst>
              <a:ext uri="{FF2B5EF4-FFF2-40B4-BE49-F238E27FC236}">
                <a16:creationId xmlns:a16="http://schemas.microsoft.com/office/drawing/2014/main" id="{0BD81D41-59BB-9623-5BB7-32353D0707CE}"/>
              </a:ext>
            </a:extLst>
          </p:cNvPr>
          <p:cNvSpPr txBox="1">
            <a:spLocks/>
          </p:cNvSpPr>
          <p:nvPr/>
        </p:nvSpPr>
        <p:spPr>
          <a:xfrm>
            <a:off x="720000" y="2560468"/>
            <a:ext cx="10575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rPr lang="en" dirty="0"/>
              <a:t>03</a:t>
            </a:r>
          </a:p>
        </p:txBody>
      </p:sp>
      <p:sp>
        <p:nvSpPr>
          <p:cNvPr id="20" name="Google Shape;1474;p37">
            <a:extLst>
              <a:ext uri="{FF2B5EF4-FFF2-40B4-BE49-F238E27FC236}">
                <a16:creationId xmlns:a16="http://schemas.microsoft.com/office/drawing/2014/main" id="{962CE23F-FF54-103C-6FA2-0A170AE49D38}"/>
              </a:ext>
            </a:extLst>
          </p:cNvPr>
          <p:cNvSpPr txBox="1">
            <a:spLocks/>
          </p:cNvSpPr>
          <p:nvPr/>
        </p:nvSpPr>
        <p:spPr>
          <a:xfrm>
            <a:off x="4796998" y="2560468"/>
            <a:ext cx="10575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rPr lang="en" dirty="0"/>
              <a:t>04</a:t>
            </a:r>
          </a:p>
        </p:txBody>
      </p:sp>
      <p:sp>
        <p:nvSpPr>
          <p:cNvPr id="21" name="Google Shape;1476;p37">
            <a:extLst>
              <a:ext uri="{FF2B5EF4-FFF2-40B4-BE49-F238E27FC236}">
                <a16:creationId xmlns:a16="http://schemas.microsoft.com/office/drawing/2014/main" id="{C2746767-81AB-E7B9-1DCA-6AE38B00E1B4}"/>
              </a:ext>
            </a:extLst>
          </p:cNvPr>
          <p:cNvSpPr txBox="1">
            <a:spLocks/>
          </p:cNvSpPr>
          <p:nvPr/>
        </p:nvSpPr>
        <p:spPr>
          <a:xfrm>
            <a:off x="5482798" y="2650784"/>
            <a:ext cx="32337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19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indent="0"/>
            <a:r>
              <a:rPr lang="en-GB" dirty="0"/>
              <a:t>Sensors &amp; Actuators</a:t>
            </a:r>
          </a:p>
        </p:txBody>
      </p:sp>
      <p:sp>
        <p:nvSpPr>
          <p:cNvPr id="22" name="Google Shape;1467;p37">
            <a:extLst>
              <a:ext uri="{FF2B5EF4-FFF2-40B4-BE49-F238E27FC236}">
                <a16:creationId xmlns:a16="http://schemas.microsoft.com/office/drawing/2014/main" id="{DF1D6172-04EE-505B-EFE7-B37BF13665D8}"/>
              </a:ext>
            </a:extLst>
          </p:cNvPr>
          <p:cNvSpPr txBox="1">
            <a:spLocks/>
          </p:cNvSpPr>
          <p:nvPr/>
        </p:nvSpPr>
        <p:spPr>
          <a:xfrm>
            <a:off x="1455248" y="3655750"/>
            <a:ext cx="32337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19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indent="0"/>
            <a:r>
              <a:rPr lang="en-GB" dirty="0"/>
              <a:t>Libraries</a:t>
            </a:r>
          </a:p>
        </p:txBody>
      </p:sp>
      <p:sp>
        <p:nvSpPr>
          <p:cNvPr id="23" name="Google Shape;1472;p37">
            <a:extLst>
              <a:ext uri="{FF2B5EF4-FFF2-40B4-BE49-F238E27FC236}">
                <a16:creationId xmlns:a16="http://schemas.microsoft.com/office/drawing/2014/main" id="{0E860E21-F458-5A29-7BC4-BCFFC49725B6}"/>
              </a:ext>
            </a:extLst>
          </p:cNvPr>
          <p:cNvSpPr txBox="1">
            <a:spLocks/>
          </p:cNvSpPr>
          <p:nvPr/>
        </p:nvSpPr>
        <p:spPr>
          <a:xfrm>
            <a:off x="720000" y="3569950"/>
            <a:ext cx="10575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rPr lang="en" dirty="0"/>
              <a:t>05</a:t>
            </a:r>
          </a:p>
        </p:txBody>
      </p:sp>
      <p:sp>
        <p:nvSpPr>
          <p:cNvPr id="24" name="Google Shape;1474;p37">
            <a:extLst>
              <a:ext uri="{FF2B5EF4-FFF2-40B4-BE49-F238E27FC236}">
                <a16:creationId xmlns:a16="http://schemas.microsoft.com/office/drawing/2014/main" id="{D1DEF9AC-A77E-EFCB-484F-2FF36F61EAFD}"/>
              </a:ext>
            </a:extLst>
          </p:cNvPr>
          <p:cNvSpPr txBox="1">
            <a:spLocks/>
          </p:cNvSpPr>
          <p:nvPr/>
        </p:nvSpPr>
        <p:spPr>
          <a:xfrm>
            <a:off x="4796998" y="3569950"/>
            <a:ext cx="10575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rPr lang="en" dirty="0"/>
              <a:t>06</a:t>
            </a:r>
          </a:p>
        </p:txBody>
      </p:sp>
      <p:sp>
        <p:nvSpPr>
          <p:cNvPr id="25" name="Google Shape;1476;p37">
            <a:extLst>
              <a:ext uri="{FF2B5EF4-FFF2-40B4-BE49-F238E27FC236}">
                <a16:creationId xmlns:a16="http://schemas.microsoft.com/office/drawing/2014/main" id="{2890453D-2D2B-1CB7-C9DF-1BE1AE5A6428}"/>
              </a:ext>
            </a:extLst>
          </p:cNvPr>
          <p:cNvSpPr txBox="1">
            <a:spLocks/>
          </p:cNvSpPr>
          <p:nvPr/>
        </p:nvSpPr>
        <p:spPr>
          <a:xfrm>
            <a:off x="5482798" y="3660266"/>
            <a:ext cx="32337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19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indent="0"/>
            <a:r>
              <a:rPr lang="en-GB" dirty="0"/>
              <a:t>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38"/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1485" name="Google Shape;1485;p38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486" name="Google Shape;1486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7" name="Google Shape;1487;p38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88" name="Google Shape;1488;p3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91" name="Google Shape;1491;p38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Reminder</a:t>
            </a:r>
            <a:endParaRPr dirty="0"/>
          </a:p>
        </p:txBody>
      </p:sp>
      <p:grpSp>
        <p:nvGrpSpPr>
          <p:cNvPr id="1492" name="Google Shape;1492;p38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493" name="Google Shape;1493;p38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8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8" name="Google Shape;1498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99" name="Google Shape;1499;p38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00" name="Google Shape;1500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7" name="Google Shape;1507;p38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8" name="Google Shape;1508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5" name="Google Shape;1515;p38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16" name="Google Shape;1516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8" name="Google Shape;1518;p38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19" name="Google Shape;1519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1" name="Google Shape;1521;p38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2" name="Google Shape;1522;p38"/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523" name="Google Shape;1523;p3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24" name="Google Shape;1524;p3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5" name="Google Shape;1525;p3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/>
          <p:cNvSpPr txBox="1">
            <a:spLocks noGrp="1"/>
          </p:cNvSpPr>
          <p:nvPr>
            <p:ph type="title"/>
          </p:nvPr>
        </p:nvSpPr>
        <p:spPr>
          <a:xfrm>
            <a:off x="591171" y="70163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Circuit Schema for 3 LEDs</a:t>
            </a:r>
            <a:endParaRPr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9BEAD4-5D63-D699-2CB5-97267550A9BC}"/>
              </a:ext>
            </a:extLst>
          </p:cNvPr>
          <p:cNvGrpSpPr/>
          <p:nvPr/>
        </p:nvGrpSpPr>
        <p:grpSpPr>
          <a:xfrm>
            <a:off x="664156" y="186209"/>
            <a:ext cx="7393876" cy="275625"/>
            <a:chOff x="1666071" y="222028"/>
            <a:chExt cx="7108577" cy="27562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FCFD796-AA5D-54EF-DC8C-7F590EC9981C}"/>
                </a:ext>
              </a:extLst>
            </p:cNvPr>
            <p:cNvGrpSpPr/>
            <p:nvPr/>
          </p:nvGrpSpPr>
          <p:grpSpPr>
            <a:xfrm>
              <a:off x="1666071" y="225238"/>
              <a:ext cx="6072180" cy="272415"/>
              <a:chOff x="749496" y="225238"/>
              <a:chExt cx="6072180" cy="272415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240B0C78-37B0-4A67-1E7F-3415A9493DF5}"/>
                  </a:ext>
                </a:extLst>
              </p:cNvPr>
              <p:cNvGrpSpPr/>
              <p:nvPr/>
            </p:nvGrpSpPr>
            <p:grpSpPr>
              <a:xfrm>
                <a:off x="749496" y="225238"/>
                <a:ext cx="5089701" cy="272415"/>
                <a:chOff x="346375" y="199673"/>
                <a:chExt cx="2859876" cy="272415"/>
              </a:xfrm>
            </p:grpSpPr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8BAC719A-D184-0966-17B4-51E6DBA1263D}"/>
                    </a:ext>
                  </a:extLst>
                </p:cNvPr>
                <p:cNvSpPr txBox="1"/>
                <p:nvPr/>
              </p:nvSpPr>
              <p:spPr>
                <a:xfrm>
                  <a:off x="346375" y="199673"/>
                  <a:ext cx="446613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/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Reminder</a:t>
                  </a:r>
                </a:p>
              </p:txBody>
            </p:sp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366F043C-982B-7D4E-F207-F78F61A806B8}"/>
                    </a:ext>
                  </a:extLst>
                </p:cNvPr>
                <p:cNvSpPr txBox="1"/>
                <p:nvPr/>
              </p:nvSpPr>
              <p:spPr>
                <a:xfrm>
                  <a:off x="943869" y="199673"/>
                  <a:ext cx="665743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Digital &amp; Analog</a:t>
                  </a:r>
                </a:p>
              </p:txBody>
            </p:sp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B5F58425-BF08-9040-1D0B-060725A0BC1D}"/>
                    </a:ext>
                  </a:extLst>
                </p:cNvPr>
                <p:cNvSpPr txBox="1"/>
                <p:nvPr/>
              </p:nvSpPr>
              <p:spPr>
                <a:xfrm>
                  <a:off x="1760493" y="199673"/>
                  <a:ext cx="492059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Serial Com</a:t>
                  </a:r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1F129519-CAD8-7AB7-C059-DB764DADBF35}"/>
                    </a:ext>
                  </a:extLst>
                </p:cNvPr>
                <p:cNvSpPr txBox="1"/>
                <p:nvPr/>
              </p:nvSpPr>
              <p:spPr>
                <a:xfrm>
                  <a:off x="2403433" y="199673"/>
                  <a:ext cx="802818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Sensors &amp; Actuators</a:t>
                  </a:r>
                </a:p>
              </p:txBody>
            </p: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AE4766C8-EEFA-7047-8F73-81FE40B96E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1410" y="442684"/>
                  <a:ext cx="376535" cy="0"/>
                </a:xfrm>
                <a:prstGeom prst="line">
                  <a:avLst/>
                </a:prstGeom>
                <a:ln w="22225">
                  <a:gradFill flip="none" rotWithShape="1">
                    <a:gsLst>
                      <a:gs pos="100000">
                        <a:schemeClr val="accent1"/>
                      </a:gs>
                      <a:gs pos="0">
                        <a:schemeClr val="accent2"/>
                      </a:gs>
                    </a:gsLst>
                    <a:path path="circle">
                      <a:fillToRect l="100000" t="100000"/>
                    </a:path>
                    <a:tileRect r="-100000" b="-100000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28D56B-C115-4FD0-10E2-9E47FF4B649B}"/>
                  </a:ext>
                </a:extLst>
              </p:cNvPr>
              <p:cNvSpPr txBox="1"/>
              <p:nvPr/>
            </p:nvSpPr>
            <p:spPr>
              <a:xfrm>
                <a:off x="6107719" y="225238"/>
                <a:ext cx="713957" cy="272415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en-ID" sz="1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Poppins" panose="00000500000000000000" pitchFamily="50" charset="0"/>
                    <a:cs typeface="Poppins" panose="00000500000000000000" pitchFamily="50" charset="0"/>
                  </a:rPr>
                  <a:t>Libraries</a:t>
                </a: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8E2CA3F-D1AE-4607-03E8-90DF24A2D707}"/>
                </a:ext>
              </a:extLst>
            </p:cNvPr>
            <p:cNvSpPr txBox="1"/>
            <p:nvPr/>
          </p:nvSpPr>
          <p:spPr>
            <a:xfrm>
              <a:off x="8073378" y="222028"/>
              <a:ext cx="701270" cy="272415"/>
            </a:xfrm>
            <a:prstGeom prst="roundRect">
              <a:avLst/>
            </a:prstGeom>
            <a:solidFill>
              <a:schemeClr val="bg1"/>
            </a:solidFill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en-ID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anose="00000500000000000000" pitchFamily="50" charset="0"/>
                  <a:cs typeface="Poppins" panose="00000500000000000000" pitchFamily="50" charset="0"/>
                </a:rPr>
                <a:t>Practice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D7E8956D-ADD2-EB6D-0479-CB7EC6111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3179" y="1381352"/>
            <a:ext cx="4119984" cy="34894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99BEAD4-5D63-D699-2CB5-97267550A9BC}"/>
              </a:ext>
            </a:extLst>
          </p:cNvPr>
          <p:cNvGrpSpPr/>
          <p:nvPr/>
        </p:nvGrpSpPr>
        <p:grpSpPr>
          <a:xfrm>
            <a:off x="664156" y="186209"/>
            <a:ext cx="7393876" cy="275625"/>
            <a:chOff x="1666071" y="222028"/>
            <a:chExt cx="7108577" cy="27562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FCFD796-AA5D-54EF-DC8C-7F590EC9981C}"/>
                </a:ext>
              </a:extLst>
            </p:cNvPr>
            <p:cNvGrpSpPr/>
            <p:nvPr/>
          </p:nvGrpSpPr>
          <p:grpSpPr>
            <a:xfrm>
              <a:off x="1666071" y="225238"/>
              <a:ext cx="6072180" cy="272415"/>
              <a:chOff x="749496" y="225238"/>
              <a:chExt cx="6072180" cy="272415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240B0C78-37B0-4A67-1E7F-3415A9493DF5}"/>
                  </a:ext>
                </a:extLst>
              </p:cNvPr>
              <p:cNvGrpSpPr/>
              <p:nvPr/>
            </p:nvGrpSpPr>
            <p:grpSpPr>
              <a:xfrm>
                <a:off x="749496" y="225238"/>
                <a:ext cx="5089701" cy="272415"/>
                <a:chOff x="346375" y="199673"/>
                <a:chExt cx="2859876" cy="272415"/>
              </a:xfrm>
            </p:grpSpPr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8BAC719A-D184-0966-17B4-51E6DBA1263D}"/>
                    </a:ext>
                  </a:extLst>
                </p:cNvPr>
                <p:cNvSpPr txBox="1"/>
                <p:nvPr/>
              </p:nvSpPr>
              <p:spPr>
                <a:xfrm>
                  <a:off x="346375" y="199673"/>
                  <a:ext cx="446613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/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Reminder</a:t>
                  </a:r>
                </a:p>
              </p:txBody>
            </p:sp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366F043C-982B-7D4E-F207-F78F61A806B8}"/>
                    </a:ext>
                  </a:extLst>
                </p:cNvPr>
                <p:cNvSpPr txBox="1"/>
                <p:nvPr/>
              </p:nvSpPr>
              <p:spPr>
                <a:xfrm>
                  <a:off x="943869" y="199673"/>
                  <a:ext cx="665743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Digital &amp; Analog</a:t>
                  </a:r>
                </a:p>
              </p:txBody>
            </p:sp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B5F58425-BF08-9040-1D0B-060725A0BC1D}"/>
                    </a:ext>
                  </a:extLst>
                </p:cNvPr>
                <p:cNvSpPr txBox="1"/>
                <p:nvPr/>
              </p:nvSpPr>
              <p:spPr>
                <a:xfrm>
                  <a:off x="1760493" y="199673"/>
                  <a:ext cx="492059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Serial Com</a:t>
                  </a:r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1F129519-CAD8-7AB7-C059-DB764DADBF35}"/>
                    </a:ext>
                  </a:extLst>
                </p:cNvPr>
                <p:cNvSpPr txBox="1"/>
                <p:nvPr/>
              </p:nvSpPr>
              <p:spPr>
                <a:xfrm>
                  <a:off x="2403433" y="199673"/>
                  <a:ext cx="802818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Sensors &amp; Actuators</a:t>
                  </a:r>
                </a:p>
              </p:txBody>
            </p: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AE4766C8-EEFA-7047-8F73-81FE40B96E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1410" y="442684"/>
                  <a:ext cx="376535" cy="0"/>
                </a:xfrm>
                <a:prstGeom prst="line">
                  <a:avLst/>
                </a:prstGeom>
                <a:ln w="22225">
                  <a:gradFill flip="none" rotWithShape="1">
                    <a:gsLst>
                      <a:gs pos="100000">
                        <a:schemeClr val="accent1"/>
                      </a:gs>
                      <a:gs pos="0">
                        <a:schemeClr val="accent2"/>
                      </a:gs>
                    </a:gsLst>
                    <a:path path="circle">
                      <a:fillToRect l="100000" t="100000"/>
                    </a:path>
                    <a:tileRect r="-100000" b="-100000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28D56B-C115-4FD0-10E2-9E47FF4B649B}"/>
                  </a:ext>
                </a:extLst>
              </p:cNvPr>
              <p:cNvSpPr txBox="1"/>
              <p:nvPr/>
            </p:nvSpPr>
            <p:spPr>
              <a:xfrm>
                <a:off x="6107719" y="225238"/>
                <a:ext cx="713957" cy="272415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en-ID" sz="1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Poppins" panose="00000500000000000000" pitchFamily="50" charset="0"/>
                    <a:cs typeface="Poppins" panose="00000500000000000000" pitchFamily="50" charset="0"/>
                  </a:rPr>
                  <a:t>Libraries</a:t>
                </a: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8E2CA3F-D1AE-4607-03E8-90DF24A2D707}"/>
                </a:ext>
              </a:extLst>
            </p:cNvPr>
            <p:cNvSpPr txBox="1"/>
            <p:nvPr/>
          </p:nvSpPr>
          <p:spPr>
            <a:xfrm>
              <a:off x="8073378" y="222028"/>
              <a:ext cx="701270" cy="272415"/>
            </a:xfrm>
            <a:prstGeom prst="roundRect">
              <a:avLst/>
            </a:prstGeom>
            <a:solidFill>
              <a:schemeClr val="bg1"/>
            </a:solidFill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en-ID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anose="00000500000000000000" pitchFamily="50" charset="0"/>
                  <a:cs typeface="Poppins" panose="00000500000000000000" pitchFamily="50" charset="0"/>
                </a:rPr>
                <a:t>Practice</a:t>
              </a:r>
            </a:p>
          </p:txBody>
        </p:sp>
      </p:grpSp>
      <p:sp>
        <p:nvSpPr>
          <p:cNvPr id="15" name="Google Shape;1530;p39">
            <a:extLst>
              <a:ext uri="{FF2B5EF4-FFF2-40B4-BE49-F238E27FC236}">
                <a16:creationId xmlns:a16="http://schemas.microsoft.com/office/drawing/2014/main" id="{3CFEDB7E-7517-314C-41D4-F175F7B03F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1171" y="70163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Code for 3 LEDs</a:t>
            </a:r>
            <a:endParaRPr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EEEDCAC-CFA0-8C79-F202-6C662FB1D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8330" y="1375820"/>
            <a:ext cx="3945672" cy="357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301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38"/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1485" name="Google Shape;1485;p38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486" name="Google Shape;1486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7" name="Google Shape;1487;p38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88" name="Google Shape;1488;p3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91" name="Google Shape;1491;p38"/>
          <p:cNvSpPr txBox="1">
            <a:spLocks noGrp="1"/>
          </p:cNvSpPr>
          <p:nvPr>
            <p:ph type="title"/>
          </p:nvPr>
        </p:nvSpPr>
        <p:spPr>
          <a:xfrm>
            <a:off x="719999" y="2079325"/>
            <a:ext cx="6493263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Digital &amp; Analog</a:t>
            </a:r>
            <a:endParaRPr dirty="0"/>
          </a:p>
        </p:txBody>
      </p:sp>
      <p:grpSp>
        <p:nvGrpSpPr>
          <p:cNvPr id="1492" name="Google Shape;1492;p38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493" name="Google Shape;1493;p38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8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8" name="Google Shape;1498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99" name="Google Shape;1499;p38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00" name="Google Shape;1500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7" name="Google Shape;1507;p38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8" name="Google Shape;1508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5" name="Google Shape;1515;p38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16" name="Google Shape;1516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8" name="Google Shape;1518;p38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19" name="Google Shape;1519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1" name="Google Shape;1521;p38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2" name="Google Shape;1522;p38"/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523" name="Google Shape;1523;p3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24" name="Google Shape;1524;p3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5" name="Google Shape;1525;p3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67774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1530;p39">
            <a:extLst>
              <a:ext uri="{FF2B5EF4-FFF2-40B4-BE49-F238E27FC236}">
                <a16:creationId xmlns:a16="http://schemas.microsoft.com/office/drawing/2014/main" id="{D56CC258-E707-E598-6CB0-B0BD204391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1291" y="69449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Digital vs Analog</a:t>
            </a:r>
            <a:endParaRPr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5674DE6-A197-6A16-B513-1D7236FF12BA}"/>
              </a:ext>
            </a:extLst>
          </p:cNvPr>
          <p:cNvGrpSpPr/>
          <p:nvPr/>
        </p:nvGrpSpPr>
        <p:grpSpPr>
          <a:xfrm>
            <a:off x="664156" y="186209"/>
            <a:ext cx="7393876" cy="275625"/>
            <a:chOff x="1666071" y="222028"/>
            <a:chExt cx="7108577" cy="27562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94F74FE-6404-03BE-8DBA-9F81C8D712AA}"/>
                </a:ext>
              </a:extLst>
            </p:cNvPr>
            <p:cNvGrpSpPr/>
            <p:nvPr/>
          </p:nvGrpSpPr>
          <p:grpSpPr>
            <a:xfrm>
              <a:off x="1666071" y="225238"/>
              <a:ext cx="6072180" cy="272415"/>
              <a:chOff x="749496" y="225238"/>
              <a:chExt cx="6072180" cy="272415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8DA2EDE1-5F1E-04D2-F5A5-2102B8694AE4}"/>
                  </a:ext>
                </a:extLst>
              </p:cNvPr>
              <p:cNvGrpSpPr/>
              <p:nvPr/>
            </p:nvGrpSpPr>
            <p:grpSpPr>
              <a:xfrm>
                <a:off x="749496" y="225238"/>
                <a:ext cx="5089701" cy="272415"/>
                <a:chOff x="346375" y="199673"/>
                <a:chExt cx="2859876" cy="272415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24DA8A4-9E9D-5B49-BD27-3C910B78D429}"/>
                    </a:ext>
                  </a:extLst>
                </p:cNvPr>
                <p:cNvSpPr txBox="1"/>
                <p:nvPr/>
              </p:nvSpPr>
              <p:spPr>
                <a:xfrm>
                  <a:off x="346375" y="199673"/>
                  <a:ext cx="446613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Reminder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52FF365-BA27-C355-CC10-5FFC4CE78021}"/>
                    </a:ext>
                  </a:extLst>
                </p:cNvPr>
                <p:cNvSpPr txBox="1"/>
                <p:nvPr/>
              </p:nvSpPr>
              <p:spPr>
                <a:xfrm>
                  <a:off x="943869" y="199673"/>
                  <a:ext cx="665743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/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Digital &amp; Analog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AFA9BE3-BDCC-CBE1-49F0-C6B722E396DB}"/>
                    </a:ext>
                  </a:extLst>
                </p:cNvPr>
                <p:cNvSpPr txBox="1"/>
                <p:nvPr/>
              </p:nvSpPr>
              <p:spPr>
                <a:xfrm>
                  <a:off x="1760493" y="199673"/>
                  <a:ext cx="492059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Serial Com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A0A5140-A956-3B11-948A-744750BF1C69}"/>
                    </a:ext>
                  </a:extLst>
                </p:cNvPr>
                <p:cNvSpPr txBox="1"/>
                <p:nvPr/>
              </p:nvSpPr>
              <p:spPr>
                <a:xfrm>
                  <a:off x="2403433" y="199673"/>
                  <a:ext cx="802818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Sensors &amp; Actuators</a:t>
                  </a:r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823276BF-3B77-6F47-4EFE-4875477364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1738" y="435541"/>
                  <a:ext cx="524657" cy="0"/>
                </a:xfrm>
                <a:prstGeom prst="line">
                  <a:avLst/>
                </a:prstGeom>
                <a:ln w="22225">
                  <a:gradFill flip="none" rotWithShape="1">
                    <a:gsLst>
                      <a:gs pos="100000">
                        <a:schemeClr val="accent1"/>
                      </a:gs>
                      <a:gs pos="0">
                        <a:schemeClr val="accent2"/>
                      </a:gs>
                    </a:gsLst>
                    <a:path path="circle">
                      <a:fillToRect l="100000" t="100000"/>
                    </a:path>
                    <a:tileRect r="-100000" b="-100000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1F4DF7-015B-6C38-AFDE-B3C62EC9C8CD}"/>
                  </a:ext>
                </a:extLst>
              </p:cNvPr>
              <p:cNvSpPr txBox="1"/>
              <p:nvPr/>
            </p:nvSpPr>
            <p:spPr>
              <a:xfrm>
                <a:off x="6107719" y="225238"/>
                <a:ext cx="713957" cy="272415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en-ID" sz="1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Poppins" panose="00000500000000000000" pitchFamily="50" charset="0"/>
                    <a:cs typeface="Poppins" panose="00000500000000000000" pitchFamily="50" charset="0"/>
                  </a:rPr>
                  <a:t>Libraries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2CDB0EF-6362-4F96-2974-3B77F439993D}"/>
                </a:ext>
              </a:extLst>
            </p:cNvPr>
            <p:cNvSpPr txBox="1"/>
            <p:nvPr/>
          </p:nvSpPr>
          <p:spPr>
            <a:xfrm>
              <a:off x="8073378" y="222028"/>
              <a:ext cx="701270" cy="272415"/>
            </a:xfrm>
            <a:prstGeom prst="roundRect">
              <a:avLst/>
            </a:prstGeom>
            <a:solidFill>
              <a:schemeClr val="bg1"/>
            </a:solidFill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en-ID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anose="00000500000000000000" pitchFamily="50" charset="0"/>
                  <a:cs typeface="Poppins" panose="00000500000000000000" pitchFamily="50" charset="0"/>
                </a:rPr>
                <a:t>Practice</a:t>
              </a: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B83EA71D-4ED0-63F5-176A-4801C173EC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55" t="14851" r="7299" b="3688"/>
          <a:stretch/>
        </p:blipFill>
        <p:spPr bwMode="auto">
          <a:xfrm>
            <a:off x="803623" y="1782578"/>
            <a:ext cx="6624322" cy="2765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1859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1530;p39">
            <a:extLst>
              <a:ext uri="{FF2B5EF4-FFF2-40B4-BE49-F238E27FC236}">
                <a16:creationId xmlns:a16="http://schemas.microsoft.com/office/drawing/2014/main" id="{D56CC258-E707-E598-6CB0-B0BD204391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1291" y="69449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Digital vs Analog</a:t>
            </a:r>
            <a:endParaRPr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5674DE6-A197-6A16-B513-1D7236FF12BA}"/>
              </a:ext>
            </a:extLst>
          </p:cNvPr>
          <p:cNvGrpSpPr/>
          <p:nvPr/>
        </p:nvGrpSpPr>
        <p:grpSpPr>
          <a:xfrm>
            <a:off x="664156" y="186209"/>
            <a:ext cx="7393876" cy="275625"/>
            <a:chOff x="1666071" y="222028"/>
            <a:chExt cx="7108577" cy="27562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94F74FE-6404-03BE-8DBA-9F81C8D712AA}"/>
                </a:ext>
              </a:extLst>
            </p:cNvPr>
            <p:cNvGrpSpPr/>
            <p:nvPr/>
          </p:nvGrpSpPr>
          <p:grpSpPr>
            <a:xfrm>
              <a:off x="1666071" y="225238"/>
              <a:ext cx="6072180" cy="272415"/>
              <a:chOff x="749496" y="225238"/>
              <a:chExt cx="6072180" cy="272415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8DA2EDE1-5F1E-04D2-F5A5-2102B8694AE4}"/>
                  </a:ext>
                </a:extLst>
              </p:cNvPr>
              <p:cNvGrpSpPr/>
              <p:nvPr/>
            </p:nvGrpSpPr>
            <p:grpSpPr>
              <a:xfrm>
                <a:off x="749496" y="225238"/>
                <a:ext cx="5089701" cy="272415"/>
                <a:chOff x="346375" y="199673"/>
                <a:chExt cx="2859876" cy="272415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24DA8A4-9E9D-5B49-BD27-3C910B78D429}"/>
                    </a:ext>
                  </a:extLst>
                </p:cNvPr>
                <p:cNvSpPr txBox="1"/>
                <p:nvPr/>
              </p:nvSpPr>
              <p:spPr>
                <a:xfrm>
                  <a:off x="346375" y="199673"/>
                  <a:ext cx="446613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Reminder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52FF365-BA27-C355-CC10-5FFC4CE78021}"/>
                    </a:ext>
                  </a:extLst>
                </p:cNvPr>
                <p:cNvSpPr txBox="1"/>
                <p:nvPr/>
              </p:nvSpPr>
              <p:spPr>
                <a:xfrm>
                  <a:off x="943869" y="199673"/>
                  <a:ext cx="665743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/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Digital &amp; Analog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AFA9BE3-BDCC-CBE1-49F0-C6B722E396DB}"/>
                    </a:ext>
                  </a:extLst>
                </p:cNvPr>
                <p:cNvSpPr txBox="1"/>
                <p:nvPr/>
              </p:nvSpPr>
              <p:spPr>
                <a:xfrm>
                  <a:off x="1760493" y="199673"/>
                  <a:ext cx="492059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Serial Com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A0A5140-A956-3B11-948A-744750BF1C69}"/>
                    </a:ext>
                  </a:extLst>
                </p:cNvPr>
                <p:cNvSpPr txBox="1"/>
                <p:nvPr/>
              </p:nvSpPr>
              <p:spPr>
                <a:xfrm>
                  <a:off x="2403433" y="199673"/>
                  <a:ext cx="802818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Sensors &amp; Actuators</a:t>
                  </a:r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823276BF-3B77-6F47-4EFE-4875477364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1738" y="435541"/>
                  <a:ext cx="524657" cy="0"/>
                </a:xfrm>
                <a:prstGeom prst="line">
                  <a:avLst/>
                </a:prstGeom>
                <a:ln w="22225">
                  <a:gradFill flip="none" rotWithShape="1">
                    <a:gsLst>
                      <a:gs pos="100000">
                        <a:schemeClr val="accent1"/>
                      </a:gs>
                      <a:gs pos="0">
                        <a:schemeClr val="accent2"/>
                      </a:gs>
                    </a:gsLst>
                    <a:path path="circle">
                      <a:fillToRect l="100000" t="100000"/>
                    </a:path>
                    <a:tileRect r="-100000" b="-100000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1F4DF7-015B-6C38-AFDE-B3C62EC9C8CD}"/>
                  </a:ext>
                </a:extLst>
              </p:cNvPr>
              <p:cNvSpPr txBox="1"/>
              <p:nvPr/>
            </p:nvSpPr>
            <p:spPr>
              <a:xfrm>
                <a:off x="6107719" y="225238"/>
                <a:ext cx="713957" cy="272415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en-ID" sz="1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Poppins" panose="00000500000000000000" pitchFamily="50" charset="0"/>
                    <a:cs typeface="Poppins" panose="00000500000000000000" pitchFamily="50" charset="0"/>
                  </a:rPr>
                  <a:t>Libraries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2CDB0EF-6362-4F96-2974-3B77F439993D}"/>
                </a:ext>
              </a:extLst>
            </p:cNvPr>
            <p:cNvSpPr txBox="1"/>
            <p:nvPr/>
          </p:nvSpPr>
          <p:spPr>
            <a:xfrm>
              <a:off x="8073378" y="222028"/>
              <a:ext cx="701270" cy="272415"/>
            </a:xfrm>
            <a:prstGeom prst="roundRect">
              <a:avLst/>
            </a:prstGeom>
            <a:solidFill>
              <a:schemeClr val="bg1"/>
            </a:solidFill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en-ID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anose="00000500000000000000" pitchFamily="50" charset="0"/>
                  <a:cs typeface="Poppins" panose="00000500000000000000" pitchFamily="50" charset="0"/>
                </a:rPr>
                <a:t>Practice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89D2A74-C4C5-B3A6-88D0-028AAD994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022" y="1197170"/>
            <a:ext cx="5165377" cy="364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218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1530;p39">
            <a:extLst>
              <a:ext uri="{FF2B5EF4-FFF2-40B4-BE49-F238E27FC236}">
                <a16:creationId xmlns:a16="http://schemas.microsoft.com/office/drawing/2014/main" id="{D56CC258-E707-E598-6CB0-B0BD204391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1291" y="694491"/>
            <a:ext cx="2160538" cy="24802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Circuit</a:t>
            </a:r>
            <a:r>
              <a:rPr lang="en" dirty="0"/>
              <a:t> for</a:t>
            </a:r>
            <a:br>
              <a:rPr lang="en" dirty="0"/>
            </a:br>
            <a:r>
              <a:rPr lang="en" dirty="0"/>
              <a:t>Analog Output</a:t>
            </a:r>
            <a:br>
              <a:rPr lang="en" dirty="0"/>
            </a:br>
            <a:r>
              <a:rPr lang="en" dirty="0"/>
              <a:t> </a:t>
            </a:r>
            <a:endParaRPr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5674DE6-A197-6A16-B513-1D7236FF12BA}"/>
              </a:ext>
            </a:extLst>
          </p:cNvPr>
          <p:cNvGrpSpPr/>
          <p:nvPr/>
        </p:nvGrpSpPr>
        <p:grpSpPr>
          <a:xfrm>
            <a:off x="664156" y="186209"/>
            <a:ext cx="7393876" cy="275625"/>
            <a:chOff x="1666071" y="222028"/>
            <a:chExt cx="7108577" cy="27562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94F74FE-6404-03BE-8DBA-9F81C8D712AA}"/>
                </a:ext>
              </a:extLst>
            </p:cNvPr>
            <p:cNvGrpSpPr/>
            <p:nvPr/>
          </p:nvGrpSpPr>
          <p:grpSpPr>
            <a:xfrm>
              <a:off x="1666071" y="225238"/>
              <a:ext cx="6072180" cy="272415"/>
              <a:chOff x="749496" y="225238"/>
              <a:chExt cx="6072180" cy="272415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8DA2EDE1-5F1E-04D2-F5A5-2102B8694AE4}"/>
                  </a:ext>
                </a:extLst>
              </p:cNvPr>
              <p:cNvGrpSpPr/>
              <p:nvPr/>
            </p:nvGrpSpPr>
            <p:grpSpPr>
              <a:xfrm>
                <a:off x="749496" y="225238"/>
                <a:ext cx="5089701" cy="272415"/>
                <a:chOff x="346375" y="199673"/>
                <a:chExt cx="2859876" cy="272415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24DA8A4-9E9D-5B49-BD27-3C910B78D429}"/>
                    </a:ext>
                  </a:extLst>
                </p:cNvPr>
                <p:cNvSpPr txBox="1"/>
                <p:nvPr/>
              </p:nvSpPr>
              <p:spPr>
                <a:xfrm>
                  <a:off x="346375" y="199673"/>
                  <a:ext cx="446613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Reminder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52FF365-BA27-C355-CC10-5FFC4CE78021}"/>
                    </a:ext>
                  </a:extLst>
                </p:cNvPr>
                <p:cNvSpPr txBox="1"/>
                <p:nvPr/>
              </p:nvSpPr>
              <p:spPr>
                <a:xfrm>
                  <a:off x="943869" y="199673"/>
                  <a:ext cx="665743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/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Digital &amp; Analog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AFA9BE3-BDCC-CBE1-49F0-C6B722E396DB}"/>
                    </a:ext>
                  </a:extLst>
                </p:cNvPr>
                <p:cNvSpPr txBox="1"/>
                <p:nvPr/>
              </p:nvSpPr>
              <p:spPr>
                <a:xfrm>
                  <a:off x="1760493" y="199673"/>
                  <a:ext cx="492059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Serial Com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A0A5140-A956-3B11-948A-744750BF1C69}"/>
                    </a:ext>
                  </a:extLst>
                </p:cNvPr>
                <p:cNvSpPr txBox="1"/>
                <p:nvPr/>
              </p:nvSpPr>
              <p:spPr>
                <a:xfrm>
                  <a:off x="2403433" y="199673"/>
                  <a:ext cx="802818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Sensors &amp; Actuators</a:t>
                  </a:r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823276BF-3B77-6F47-4EFE-4875477364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1738" y="435541"/>
                  <a:ext cx="524657" cy="0"/>
                </a:xfrm>
                <a:prstGeom prst="line">
                  <a:avLst/>
                </a:prstGeom>
                <a:ln w="22225">
                  <a:gradFill flip="none" rotWithShape="1">
                    <a:gsLst>
                      <a:gs pos="100000">
                        <a:schemeClr val="accent1"/>
                      </a:gs>
                      <a:gs pos="0">
                        <a:schemeClr val="accent2"/>
                      </a:gs>
                    </a:gsLst>
                    <a:path path="circle">
                      <a:fillToRect l="100000" t="100000"/>
                    </a:path>
                    <a:tileRect r="-100000" b="-100000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1F4DF7-015B-6C38-AFDE-B3C62EC9C8CD}"/>
                  </a:ext>
                </a:extLst>
              </p:cNvPr>
              <p:cNvSpPr txBox="1"/>
              <p:nvPr/>
            </p:nvSpPr>
            <p:spPr>
              <a:xfrm>
                <a:off x="6107719" y="225238"/>
                <a:ext cx="713957" cy="272415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en-ID" sz="1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Poppins" panose="00000500000000000000" pitchFamily="50" charset="0"/>
                    <a:cs typeface="Poppins" panose="00000500000000000000" pitchFamily="50" charset="0"/>
                  </a:rPr>
                  <a:t>Libraries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2CDB0EF-6362-4F96-2974-3B77F439993D}"/>
                </a:ext>
              </a:extLst>
            </p:cNvPr>
            <p:cNvSpPr txBox="1"/>
            <p:nvPr/>
          </p:nvSpPr>
          <p:spPr>
            <a:xfrm>
              <a:off x="8073378" y="222028"/>
              <a:ext cx="701270" cy="272415"/>
            </a:xfrm>
            <a:prstGeom prst="roundRect">
              <a:avLst/>
            </a:prstGeom>
            <a:solidFill>
              <a:schemeClr val="bg1"/>
            </a:solidFill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en-ID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anose="00000500000000000000" pitchFamily="50" charset="0"/>
                  <a:cs typeface="Poppins" panose="00000500000000000000" pitchFamily="50" charset="0"/>
                </a:rPr>
                <a:t>Practice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694D044-8B84-D0DB-22DF-8A41C09C0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3180" y="816541"/>
            <a:ext cx="5759529" cy="3998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038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5674DE6-A197-6A16-B513-1D7236FF12BA}"/>
              </a:ext>
            </a:extLst>
          </p:cNvPr>
          <p:cNvGrpSpPr/>
          <p:nvPr/>
        </p:nvGrpSpPr>
        <p:grpSpPr>
          <a:xfrm>
            <a:off x="664156" y="186209"/>
            <a:ext cx="7393876" cy="275625"/>
            <a:chOff x="1666071" y="222028"/>
            <a:chExt cx="7108577" cy="27562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94F74FE-6404-03BE-8DBA-9F81C8D712AA}"/>
                </a:ext>
              </a:extLst>
            </p:cNvPr>
            <p:cNvGrpSpPr/>
            <p:nvPr/>
          </p:nvGrpSpPr>
          <p:grpSpPr>
            <a:xfrm>
              <a:off x="1666071" y="225238"/>
              <a:ext cx="6072180" cy="272415"/>
              <a:chOff x="749496" y="225238"/>
              <a:chExt cx="6072180" cy="272415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8DA2EDE1-5F1E-04D2-F5A5-2102B8694AE4}"/>
                  </a:ext>
                </a:extLst>
              </p:cNvPr>
              <p:cNvGrpSpPr/>
              <p:nvPr/>
            </p:nvGrpSpPr>
            <p:grpSpPr>
              <a:xfrm>
                <a:off x="749496" y="225238"/>
                <a:ext cx="5089701" cy="272415"/>
                <a:chOff x="346375" y="199673"/>
                <a:chExt cx="2859876" cy="272415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24DA8A4-9E9D-5B49-BD27-3C910B78D429}"/>
                    </a:ext>
                  </a:extLst>
                </p:cNvPr>
                <p:cNvSpPr txBox="1"/>
                <p:nvPr/>
              </p:nvSpPr>
              <p:spPr>
                <a:xfrm>
                  <a:off x="346375" y="199673"/>
                  <a:ext cx="446613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Reminder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52FF365-BA27-C355-CC10-5FFC4CE78021}"/>
                    </a:ext>
                  </a:extLst>
                </p:cNvPr>
                <p:cNvSpPr txBox="1"/>
                <p:nvPr/>
              </p:nvSpPr>
              <p:spPr>
                <a:xfrm>
                  <a:off x="943869" y="199673"/>
                  <a:ext cx="665743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/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Digital &amp; Analog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AFA9BE3-BDCC-CBE1-49F0-C6B722E396DB}"/>
                    </a:ext>
                  </a:extLst>
                </p:cNvPr>
                <p:cNvSpPr txBox="1"/>
                <p:nvPr/>
              </p:nvSpPr>
              <p:spPr>
                <a:xfrm>
                  <a:off x="1760493" y="199673"/>
                  <a:ext cx="492059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Serial Com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A0A5140-A956-3B11-948A-744750BF1C69}"/>
                    </a:ext>
                  </a:extLst>
                </p:cNvPr>
                <p:cNvSpPr txBox="1"/>
                <p:nvPr/>
              </p:nvSpPr>
              <p:spPr>
                <a:xfrm>
                  <a:off x="2403433" y="199673"/>
                  <a:ext cx="802818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Sensors &amp; Actuators</a:t>
                  </a:r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823276BF-3B77-6F47-4EFE-4875477364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1738" y="435541"/>
                  <a:ext cx="524657" cy="0"/>
                </a:xfrm>
                <a:prstGeom prst="line">
                  <a:avLst/>
                </a:prstGeom>
                <a:ln w="22225">
                  <a:gradFill flip="none" rotWithShape="1">
                    <a:gsLst>
                      <a:gs pos="100000">
                        <a:schemeClr val="accent1"/>
                      </a:gs>
                      <a:gs pos="0">
                        <a:schemeClr val="accent2"/>
                      </a:gs>
                    </a:gsLst>
                    <a:path path="circle">
                      <a:fillToRect l="100000" t="100000"/>
                    </a:path>
                    <a:tileRect r="-100000" b="-100000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1F4DF7-015B-6C38-AFDE-B3C62EC9C8CD}"/>
                  </a:ext>
                </a:extLst>
              </p:cNvPr>
              <p:cNvSpPr txBox="1"/>
              <p:nvPr/>
            </p:nvSpPr>
            <p:spPr>
              <a:xfrm>
                <a:off x="6107719" y="225238"/>
                <a:ext cx="713957" cy="272415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en-ID" sz="1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Poppins" panose="00000500000000000000" pitchFamily="50" charset="0"/>
                    <a:cs typeface="Poppins" panose="00000500000000000000" pitchFamily="50" charset="0"/>
                  </a:rPr>
                  <a:t>Libraries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2CDB0EF-6362-4F96-2974-3B77F439993D}"/>
                </a:ext>
              </a:extLst>
            </p:cNvPr>
            <p:cNvSpPr txBox="1"/>
            <p:nvPr/>
          </p:nvSpPr>
          <p:spPr>
            <a:xfrm>
              <a:off x="8073378" y="222028"/>
              <a:ext cx="701270" cy="272415"/>
            </a:xfrm>
            <a:prstGeom prst="roundRect">
              <a:avLst/>
            </a:prstGeom>
            <a:solidFill>
              <a:schemeClr val="bg1"/>
            </a:solidFill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en-ID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anose="00000500000000000000" pitchFamily="50" charset="0"/>
                  <a:cs typeface="Poppins" panose="00000500000000000000" pitchFamily="50" charset="0"/>
                </a:rPr>
                <a:t>Practice</a:t>
              </a:r>
            </a:p>
          </p:txBody>
        </p:sp>
      </p:grpSp>
      <p:sp>
        <p:nvSpPr>
          <p:cNvPr id="6" name="Google Shape;1530;p39">
            <a:extLst>
              <a:ext uri="{FF2B5EF4-FFF2-40B4-BE49-F238E27FC236}">
                <a16:creationId xmlns:a16="http://schemas.microsoft.com/office/drawing/2014/main" id="{4EE445B2-3120-B7E6-7CA3-247A274BA2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1291" y="694492"/>
            <a:ext cx="5592108" cy="6925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Code</a:t>
            </a:r>
            <a:r>
              <a:rPr lang="en" dirty="0"/>
              <a:t> for Analog Output</a:t>
            </a:r>
            <a:br>
              <a:rPr lang="en" dirty="0"/>
            </a:br>
            <a:r>
              <a:rPr lang="en" dirty="0"/>
              <a:t> 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E5DCFA-D49D-D252-19AF-5FE3860B8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3339" y="1619670"/>
            <a:ext cx="4277322" cy="31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82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1530;p39">
            <a:extLst>
              <a:ext uri="{FF2B5EF4-FFF2-40B4-BE49-F238E27FC236}">
                <a16:creationId xmlns:a16="http://schemas.microsoft.com/office/drawing/2014/main" id="{D56CC258-E707-E598-6CB0-B0BD204391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1291" y="694491"/>
            <a:ext cx="2160538" cy="24802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Circuit</a:t>
            </a:r>
            <a:r>
              <a:rPr lang="en" dirty="0"/>
              <a:t> for</a:t>
            </a:r>
            <a:br>
              <a:rPr lang="en" dirty="0"/>
            </a:br>
            <a:r>
              <a:rPr lang="en" dirty="0"/>
              <a:t>Analog Input</a:t>
            </a:r>
            <a:br>
              <a:rPr lang="en" dirty="0"/>
            </a:br>
            <a:r>
              <a:rPr lang="en" dirty="0"/>
              <a:t> </a:t>
            </a:r>
            <a:endParaRPr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5674DE6-A197-6A16-B513-1D7236FF12BA}"/>
              </a:ext>
            </a:extLst>
          </p:cNvPr>
          <p:cNvGrpSpPr/>
          <p:nvPr/>
        </p:nvGrpSpPr>
        <p:grpSpPr>
          <a:xfrm>
            <a:off x="664156" y="186209"/>
            <a:ext cx="7393876" cy="275625"/>
            <a:chOff x="1666071" y="222028"/>
            <a:chExt cx="7108577" cy="27562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94F74FE-6404-03BE-8DBA-9F81C8D712AA}"/>
                </a:ext>
              </a:extLst>
            </p:cNvPr>
            <p:cNvGrpSpPr/>
            <p:nvPr/>
          </p:nvGrpSpPr>
          <p:grpSpPr>
            <a:xfrm>
              <a:off x="1666071" y="225238"/>
              <a:ext cx="6072180" cy="272415"/>
              <a:chOff x="749496" y="225238"/>
              <a:chExt cx="6072180" cy="272415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8DA2EDE1-5F1E-04D2-F5A5-2102B8694AE4}"/>
                  </a:ext>
                </a:extLst>
              </p:cNvPr>
              <p:cNvGrpSpPr/>
              <p:nvPr/>
            </p:nvGrpSpPr>
            <p:grpSpPr>
              <a:xfrm>
                <a:off x="749496" y="225238"/>
                <a:ext cx="5089701" cy="272415"/>
                <a:chOff x="346375" y="199673"/>
                <a:chExt cx="2859876" cy="272415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24DA8A4-9E9D-5B49-BD27-3C910B78D429}"/>
                    </a:ext>
                  </a:extLst>
                </p:cNvPr>
                <p:cNvSpPr txBox="1"/>
                <p:nvPr/>
              </p:nvSpPr>
              <p:spPr>
                <a:xfrm>
                  <a:off x="346375" y="199673"/>
                  <a:ext cx="446613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Reminder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52FF365-BA27-C355-CC10-5FFC4CE78021}"/>
                    </a:ext>
                  </a:extLst>
                </p:cNvPr>
                <p:cNvSpPr txBox="1"/>
                <p:nvPr/>
              </p:nvSpPr>
              <p:spPr>
                <a:xfrm>
                  <a:off x="943869" y="199673"/>
                  <a:ext cx="665743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/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Digital &amp; Analog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AFA9BE3-BDCC-CBE1-49F0-C6B722E396DB}"/>
                    </a:ext>
                  </a:extLst>
                </p:cNvPr>
                <p:cNvSpPr txBox="1"/>
                <p:nvPr/>
              </p:nvSpPr>
              <p:spPr>
                <a:xfrm>
                  <a:off x="1760493" y="199673"/>
                  <a:ext cx="492059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Serial Com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A0A5140-A956-3B11-948A-744750BF1C69}"/>
                    </a:ext>
                  </a:extLst>
                </p:cNvPr>
                <p:cNvSpPr txBox="1"/>
                <p:nvPr/>
              </p:nvSpPr>
              <p:spPr>
                <a:xfrm>
                  <a:off x="2403433" y="199673"/>
                  <a:ext cx="802818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Sensors &amp; Actuators</a:t>
                  </a:r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823276BF-3B77-6F47-4EFE-4875477364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1738" y="435541"/>
                  <a:ext cx="524657" cy="0"/>
                </a:xfrm>
                <a:prstGeom prst="line">
                  <a:avLst/>
                </a:prstGeom>
                <a:ln w="22225">
                  <a:gradFill flip="none" rotWithShape="1">
                    <a:gsLst>
                      <a:gs pos="100000">
                        <a:schemeClr val="accent1"/>
                      </a:gs>
                      <a:gs pos="0">
                        <a:schemeClr val="accent2"/>
                      </a:gs>
                    </a:gsLst>
                    <a:path path="circle">
                      <a:fillToRect l="100000" t="100000"/>
                    </a:path>
                    <a:tileRect r="-100000" b="-100000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1F4DF7-015B-6C38-AFDE-B3C62EC9C8CD}"/>
                  </a:ext>
                </a:extLst>
              </p:cNvPr>
              <p:cNvSpPr txBox="1"/>
              <p:nvPr/>
            </p:nvSpPr>
            <p:spPr>
              <a:xfrm>
                <a:off x="6107719" y="225238"/>
                <a:ext cx="713957" cy="272415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en-ID" sz="1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Poppins" panose="00000500000000000000" pitchFamily="50" charset="0"/>
                    <a:cs typeface="Poppins" panose="00000500000000000000" pitchFamily="50" charset="0"/>
                  </a:rPr>
                  <a:t>Libraries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2CDB0EF-6362-4F96-2974-3B77F439993D}"/>
                </a:ext>
              </a:extLst>
            </p:cNvPr>
            <p:cNvSpPr txBox="1"/>
            <p:nvPr/>
          </p:nvSpPr>
          <p:spPr>
            <a:xfrm>
              <a:off x="8073378" y="222028"/>
              <a:ext cx="701270" cy="272415"/>
            </a:xfrm>
            <a:prstGeom prst="roundRect">
              <a:avLst/>
            </a:prstGeom>
            <a:solidFill>
              <a:schemeClr val="bg1"/>
            </a:solidFill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en-ID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anose="00000500000000000000" pitchFamily="50" charset="0"/>
                  <a:cs typeface="Poppins" panose="00000500000000000000" pitchFamily="50" charset="0"/>
                </a:rPr>
                <a:t>Practice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DD536395-883F-99EA-24EC-04226AF1B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835" y="1198524"/>
            <a:ext cx="6044871" cy="3519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041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5674DE6-A197-6A16-B513-1D7236FF12BA}"/>
              </a:ext>
            </a:extLst>
          </p:cNvPr>
          <p:cNvGrpSpPr/>
          <p:nvPr/>
        </p:nvGrpSpPr>
        <p:grpSpPr>
          <a:xfrm>
            <a:off x="664156" y="186209"/>
            <a:ext cx="7393876" cy="275625"/>
            <a:chOff x="1666071" y="222028"/>
            <a:chExt cx="7108577" cy="27562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94F74FE-6404-03BE-8DBA-9F81C8D712AA}"/>
                </a:ext>
              </a:extLst>
            </p:cNvPr>
            <p:cNvGrpSpPr/>
            <p:nvPr/>
          </p:nvGrpSpPr>
          <p:grpSpPr>
            <a:xfrm>
              <a:off x="1666071" y="225238"/>
              <a:ext cx="6072180" cy="272415"/>
              <a:chOff x="749496" y="225238"/>
              <a:chExt cx="6072180" cy="272415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8DA2EDE1-5F1E-04D2-F5A5-2102B8694AE4}"/>
                  </a:ext>
                </a:extLst>
              </p:cNvPr>
              <p:cNvGrpSpPr/>
              <p:nvPr/>
            </p:nvGrpSpPr>
            <p:grpSpPr>
              <a:xfrm>
                <a:off x="749496" y="225238"/>
                <a:ext cx="5089701" cy="272415"/>
                <a:chOff x="346375" y="199673"/>
                <a:chExt cx="2859876" cy="272415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24DA8A4-9E9D-5B49-BD27-3C910B78D429}"/>
                    </a:ext>
                  </a:extLst>
                </p:cNvPr>
                <p:cNvSpPr txBox="1"/>
                <p:nvPr/>
              </p:nvSpPr>
              <p:spPr>
                <a:xfrm>
                  <a:off x="346375" y="199673"/>
                  <a:ext cx="446613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Reminder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52FF365-BA27-C355-CC10-5FFC4CE78021}"/>
                    </a:ext>
                  </a:extLst>
                </p:cNvPr>
                <p:cNvSpPr txBox="1"/>
                <p:nvPr/>
              </p:nvSpPr>
              <p:spPr>
                <a:xfrm>
                  <a:off x="943869" y="199673"/>
                  <a:ext cx="665743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/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Digital &amp; Analog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AFA9BE3-BDCC-CBE1-49F0-C6B722E396DB}"/>
                    </a:ext>
                  </a:extLst>
                </p:cNvPr>
                <p:cNvSpPr txBox="1"/>
                <p:nvPr/>
              </p:nvSpPr>
              <p:spPr>
                <a:xfrm>
                  <a:off x="1760493" y="199673"/>
                  <a:ext cx="492059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Serial Com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A0A5140-A956-3B11-948A-744750BF1C69}"/>
                    </a:ext>
                  </a:extLst>
                </p:cNvPr>
                <p:cNvSpPr txBox="1"/>
                <p:nvPr/>
              </p:nvSpPr>
              <p:spPr>
                <a:xfrm>
                  <a:off x="2403433" y="199673"/>
                  <a:ext cx="802818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Sensors &amp; Actuators</a:t>
                  </a:r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823276BF-3B77-6F47-4EFE-4875477364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11738" y="435541"/>
                  <a:ext cx="524657" cy="0"/>
                </a:xfrm>
                <a:prstGeom prst="line">
                  <a:avLst/>
                </a:prstGeom>
                <a:ln w="22225">
                  <a:gradFill flip="none" rotWithShape="1">
                    <a:gsLst>
                      <a:gs pos="100000">
                        <a:schemeClr val="accent1"/>
                      </a:gs>
                      <a:gs pos="0">
                        <a:schemeClr val="accent2"/>
                      </a:gs>
                    </a:gsLst>
                    <a:path path="circle">
                      <a:fillToRect l="100000" t="100000"/>
                    </a:path>
                    <a:tileRect r="-100000" b="-100000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1F4DF7-015B-6C38-AFDE-B3C62EC9C8CD}"/>
                  </a:ext>
                </a:extLst>
              </p:cNvPr>
              <p:cNvSpPr txBox="1"/>
              <p:nvPr/>
            </p:nvSpPr>
            <p:spPr>
              <a:xfrm>
                <a:off x="6107719" y="225238"/>
                <a:ext cx="713957" cy="272415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en-ID" sz="1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Poppins" panose="00000500000000000000" pitchFamily="50" charset="0"/>
                    <a:cs typeface="Poppins" panose="00000500000000000000" pitchFamily="50" charset="0"/>
                  </a:rPr>
                  <a:t>Libraries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2CDB0EF-6362-4F96-2974-3B77F439993D}"/>
                </a:ext>
              </a:extLst>
            </p:cNvPr>
            <p:cNvSpPr txBox="1"/>
            <p:nvPr/>
          </p:nvSpPr>
          <p:spPr>
            <a:xfrm>
              <a:off x="8073378" y="222028"/>
              <a:ext cx="701270" cy="272415"/>
            </a:xfrm>
            <a:prstGeom prst="roundRect">
              <a:avLst/>
            </a:prstGeom>
            <a:solidFill>
              <a:schemeClr val="bg1"/>
            </a:solidFill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en-ID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anose="00000500000000000000" pitchFamily="50" charset="0"/>
                  <a:cs typeface="Poppins" panose="00000500000000000000" pitchFamily="50" charset="0"/>
                </a:rPr>
                <a:t>Practice</a:t>
              </a:r>
            </a:p>
          </p:txBody>
        </p:sp>
      </p:grpSp>
      <p:sp>
        <p:nvSpPr>
          <p:cNvPr id="6" name="Google Shape;1530;p39">
            <a:extLst>
              <a:ext uri="{FF2B5EF4-FFF2-40B4-BE49-F238E27FC236}">
                <a16:creationId xmlns:a16="http://schemas.microsoft.com/office/drawing/2014/main" id="{4EE445B2-3120-B7E6-7CA3-247A274BA2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1291" y="694492"/>
            <a:ext cx="5592108" cy="6925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Code</a:t>
            </a:r>
            <a:r>
              <a:rPr lang="en" dirty="0"/>
              <a:t> for Analog Input</a:t>
            </a:r>
            <a:br>
              <a:rPr lang="en" dirty="0"/>
            </a:br>
            <a:r>
              <a:rPr lang="en" dirty="0"/>
              <a:t> 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079814-7ED9-A256-B293-3A75CF66B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6101" y="1709608"/>
            <a:ext cx="4991797" cy="299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139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38"/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1485" name="Google Shape;1485;p38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486" name="Google Shape;1486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7" name="Google Shape;1487;p38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88" name="Google Shape;1488;p3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91" name="Google Shape;1491;p38"/>
          <p:cNvSpPr txBox="1">
            <a:spLocks noGrp="1"/>
          </p:cNvSpPr>
          <p:nvPr>
            <p:ph type="title"/>
          </p:nvPr>
        </p:nvSpPr>
        <p:spPr>
          <a:xfrm>
            <a:off x="720000" y="2116489"/>
            <a:ext cx="7292543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Serial Communication</a:t>
            </a:r>
            <a:endParaRPr dirty="0"/>
          </a:p>
        </p:txBody>
      </p:sp>
      <p:grpSp>
        <p:nvGrpSpPr>
          <p:cNvPr id="1492" name="Google Shape;1492;p38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493" name="Google Shape;1493;p38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8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8" name="Google Shape;1498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99" name="Google Shape;1499;p38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00" name="Google Shape;1500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7" name="Google Shape;1507;p38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8" name="Google Shape;1508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5" name="Google Shape;1515;p38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16" name="Google Shape;1516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8" name="Google Shape;1518;p38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19" name="Google Shape;1519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1" name="Google Shape;1521;p38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2" name="Google Shape;1522;p38"/>
          <p:cNvGrpSpPr/>
          <p:nvPr/>
        </p:nvGrpSpPr>
        <p:grpSpPr>
          <a:xfrm>
            <a:off x="842644" y="3360481"/>
            <a:ext cx="5190495" cy="191337"/>
            <a:chOff x="796100" y="3019701"/>
            <a:chExt cx="4558967" cy="134100"/>
          </a:xfrm>
        </p:grpSpPr>
        <p:sp>
          <p:nvSpPr>
            <p:cNvPr id="1523" name="Google Shape;1523;p3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24" name="Google Shape;1524;p3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5" name="Google Shape;1525;p3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44779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/>
          <p:cNvSpPr txBox="1">
            <a:spLocks noGrp="1"/>
          </p:cNvSpPr>
          <p:nvPr>
            <p:ph type="title"/>
          </p:nvPr>
        </p:nvSpPr>
        <p:spPr>
          <a:xfrm>
            <a:off x="620017" y="68496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it ?</a:t>
            </a:r>
            <a:endParaRPr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CCE3250-059C-ACFC-BDD8-5DE594AEDD93}"/>
              </a:ext>
            </a:extLst>
          </p:cNvPr>
          <p:cNvGrpSpPr/>
          <p:nvPr/>
        </p:nvGrpSpPr>
        <p:grpSpPr>
          <a:xfrm>
            <a:off x="664156" y="186209"/>
            <a:ext cx="7393876" cy="275625"/>
            <a:chOff x="1666071" y="222028"/>
            <a:chExt cx="7108577" cy="27562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0992F7C-2078-FF0B-FF0B-051475B65B5F}"/>
                </a:ext>
              </a:extLst>
            </p:cNvPr>
            <p:cNvGrpSpPr/>
            <p:nvPr/>
          </p:nvGrpSpPr>
          <p:grpSpPr>
            <a:xfrm>
              <a:off x="1666071" y="225238"/>
              <a:ext cx="6072180" cy="272415"/>
              <a:chOff x="749496" y="225238"/>
              <a:chExt cx="6072180" cy="272415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B9482CC4-DD8B-5E61-EF8B-E9BC1F07602A}"/>
                  </a:ext>
                </a:extLst>
              </p:cNvPr>
              <p:cNvGrpSpPr/>
              <p:nvPr/>
            </p:nvGrpSpPr>
            <p:grpSpPr>
              <a:xfrm>
                <a:off x="749496" y="225238"/>
                <a:ext cx="5089701" cy="272415"/>
                <a:chOff x="346375" y="199673"/>
                <a:chExt cx="2859876" cy="272415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4974F03-6332-1C0C-746E-F35DACD21DA7}"/>
                    </a:ext>
                  </a:extLst>
                </p:cNvPr>
                <p:cNvSpPr txBox="1"/>
                <p:nvPr/>
              </p:nvSpPr>
              <p:spPr>
                <a:xfrm>
                  <a:off x="346375" y="199673"/>
                  <a:ext cx="446613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Reminder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1C8EDAB-9074-01DE-AC8F-2C13792E8997}"/>
                    </a:ext>
                  </a:extLst>
                </p:cNvPr>
                <p:cNvSpPr txBox="1"/>
                <p:nvPr/>
              </p:nvSpPr>
              <p:spPr>
                <a:xfrm>
                  <a:off x="943869" y="199673"/>
                  <a:ext cx="665743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Digital &amp; Analog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D9CDCBD-3539-7E27-DAF3-00B96E16D621}"/>
                    </a:ext>
                  </a:extLst>
                </p:cNvPr>
                <p:cNvSpPr txBox="1"/>
                <p:nvPr/>
              </p:nvSpPr>
              <p:spPr>
                <a:xfrm>
                  <a:off x="1760493" y="199673"/>
                  <a:ext cx="492059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/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Serial Com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0B1DB9C-796D-5D98-FFA5-AA1BB8A9A924}"/>
                    </a:ext>
                  </a:extLst>
                </p:cNvPr>
                <p:cNvSpPr txBox="1"/>
                <p:nvPr/>
              </p:nvSpPr>
              <p:spPr>
                <a:xfrm>
                  <a:off x="2403433" y="199673"/>
                  <a:ext cx="802818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Sensors &amp; Actuators</a:t>
                  </a:r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F5835CBA-0D2F-9825-C87A-13980E9BED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04150" y="426016"/>
                  <a:ext cx="406309" cy="0"/>
                </a:xfrm>
                <a:prstGeom prst="line">
                  <a:avLst/>
                </a:prstGeom>
                <a:ln w="22225">
                  <a:gradFill flip="none" rotWithShape="1">
                    <a:gsLst>
                      <a:gs pos="100000">
                        <a:schemeClr val="accent1"/>
                      </a:gs>
                      <a:gs pos="0">
                        <a:schemeClr val="accent2"/>
                      </a:gs>
                    </a:gsLst>
                    <a:path path="circle">
                      <a:fillToRect l="100000" t="100000"/>
                    </a:path>
                    <a:tileRect r="-100000" b="-100000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68ECF8-B546-CBEC-AC8A-F665EE1F484B}"/>
                  </a:ext>
                </a:extLst>
              </p:cNvPr>
              <p:cNvSpPr txBox="1"/>
              <p:nvPr/>
            </p:nvSpPr>
            <p:spPr>
              <a:xfrm>
                <a:off x="6107719" y="225238"/>
                <a:ext cx="713957" cy="272415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en-ID" sz="1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Poppins" panose="00000500000000000000" pitchFamily="50" charset="0"/>
                    <a:cs typeface="Poppins" panose="00000500000000000000" pitchFamily="50" charset="0"/>
                  </a:rPr>
                  <a:t>Libraries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2CCFD73-74C6-C007-0238-3107C0F8A2DE}"/>
                </a:ext>
              </a:extLst>
            </p:cNvPr>
            <p:cNvSpPr txBox="1"/>
            <p:nvPr/>
          </p:nvSpPr>
          <p:spPr>
            <a:xfrm>
              <a:off x="8073378" y="222028"/>
              <a:ext cx="701270" cy="272415"/>
            </a:xfrm>
            <a:prstGeom prst="roundRect">
              <a:avLst/>
            </a:prstGeom>
            <a:solidFill>
              <a:schemeClr val="bg1"/>
            </a:solidFill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en-ID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anose="00000500000000000000" pitchFamily="50" charset="0"/>
                  <a:cs typeface="Poppins" panose="00000500000000000000" pitchFamily="50" charset="0"/>
                </a:rPr>
                <a:t>Practice</a:t>
              </a:r>
            </a:p>
          </p:txBody>
        </p:sp>
      </p:grpSp>
      <p:sp>
        <p:nvSpPr>
          <p:cNvPr id="23" name="Google Shape;1532;p39">
            <a:extLst>
              <a:ext uri="{FF2B5EF4-FFF2-40B4-BE49-F238E27FC236}">
                <a16:creationId xmlns:a16="http://schemas.microsoft.com/office/drawing/2014/main" id="{5AF6B564-29AA-E513-C69B-5CD38E10D893}"/>
              </a:ext>
            </a:extLst>
          </p:cNvPr>
          <p:cNvSpPr txBox="1">
            <a:spLocks/>
          </p:cNvSpPr>
          <p:nvPr/>
        </p:nvSpPr>
        <p:spPr>
          <a:xfrm>
            <a:off x="620017" y="1480800"/>
            <a:ext cx="2382542" cy="2120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en-US" dirty="0"/>
              <a:t>Serial communication on Arduino is the process of sending and receiving data bit‑by‑bit through TX/RX pins at a defined speed (baud rate)</a:t>
            </a:r>
            <a:endParaRPr lang="fr-FR" dirty="0"/>
          </a:p>
        </p:txBody>
      </p:sp>
      <p:pic>
        <p:nvPicPr>
          <p:cNvPr id="3074" name="Picture 2" descr="Interfacing PC with Arduino Uno using Serial Communication Port">
            <a:extLst>
              <a:ext uri="{FF2B5EF4-FFF2-40B4-BE49-F238E27FC236}">
                <a16:creationId xmlns:a16="http://schemas.microsoft.com/office/drawing/2014/main" id="{8993079B-3697-E531-8AFB-8F958CD5D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5510" y="1437954"/>
            <a:ext cx="5845482" cy="3247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1508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/>
          <p:cNvSpPr txBox="1">
            <a:spLocks noGrp="1"/>
          </p:cNvSpPr>
          <p:nvPr>
            <p:ph type="title"/>
          </p:nvPr>
        </p:nvSpPr>
        <p:spPr>
          <a:xfrm>
            <a:off x="620017" y="68496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Example of Serial Write</a:t>
            </a:r>
            <a:endParaRPr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CCE3250-059C-ACFC-BDD8-5DE594AEDD93}"/>
              </a:ext>
            </a:extLst>
          </p:cNvPr>
          <p:cNvGrpSpPr/>
          <p:nvPr/>
        </p:nvGrpSpPr>
        <p:grpSpPr>
          <a:xfrm>
            <a:off x="664156" y="186209"/>
            <a:ext cx="7393876" cy="275625"/>
            <a:chOff x="1666071" y="222028"/>
            <a:chExt cx="7108577" cy="27562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0992F7C-2078-FF0B-FF0B-051475B65B5F}"/>
                </a:ext>
              </a:extLst>
            </p:cNvPr>
            <p:cNvGrpSpPr/>
            <p:nvPr/>
          </p:nvGrpSpPr>
          <p:grpSpPr>
            <a:xfrm>
              <a:off x="1666071" y="225238"/>
              <a:ext cx="6072180" cy="272415"/>
              <a:chOff x="749496" y="225238"/>
              <a:chExt cx="6072180" cy="272415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B9482CC4-DD8B-5E61-EF8B-E9BC1F07602A}"/>
                  </a:ext>
                </a:extLst>
              </p:cNvPr>
              <p:cNvGrpSpPr/>
              <p:nvPr/>
            </p:nvGrpSpPr>
            <p:grpSpPr>
              <a:xfrm>
                <a:off x="749496" y="225238"/>
                <a:ext cx="5089701" cy="272415"/>
                <a:chOff x="346375" y="199673"/>
                <a:chExt cx="2859876" cy="272415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4974F03-6332-1C0C-746E-F35DACD21DA7}"/>
                    </a:ext>
                  </a:extLst>
                </p:cNvPr>
                <p:cNvSpPr txBox="1"/>
                <p:nvPr/>
              </p:nvSpPr>
              <p:spPr>
                <a:xfrm>
                  <a:off x="346375" y="199673"/>
                  <a:ext cx="446613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Reminder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1C8EDAB-9074-01DE-AC8F-2C13792E8997}"/>
                    </a:ext>
                  </a:extLst>
                </p:cNvPr>
                <p:cNvSpPr txBox="1"/>
                <p:nvPr/>
              </p:nvSpPr>
              <p:spPr>
                <a:xfrm>
                  <a:off x="943869" y="199673"/>
                  <a:ext cx="665743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Digital &amp; Analog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D9CDCBD-3539-7E27-DAF3-00B96E16D621}"/>
                    </a:ext>
                  </a:extLst>
                </p:cNvPr>
                <p:cNvSpPr txBox="1"/>
                <p:nvPr/>
              </p:nvSpPr>
              <p:spPr>
                <a:xfrm>
                  <a:off x="1760493" y="199673"/>
                  <a:ext cx="492059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/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Serial Com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0B1DB9C-796D-5D98-FFA5-AA1BB8A9A924}"/>
                    </a:ext>
                  </a:extLst>
                </p:cNvPr>
                <p:cNvSpPr txBox="1"/>
                <p:nvPr/>
              </p:nvSpPr>
              <p:spPr>
                <a:xfrm>
                  <a:off x="2403433" y="199673"/>
                  <a:ext cx="802818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Sensors &amp; Actuators</a:t>
                  </a:r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F5835CBA-0D2F-9825-C87A-13980E9BED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04150" y="426016"/>
                  <a:ext cx="406309" cy="0"/>
                </a:xfrm>
                <a:prstGeom prst="line">
                  <a:avLst/>
                </a:prstGeom>
                <a:ln w="22225">
                  <a:gradFill flip="none" rotWithShape="1">
                    <a:gsLst>
                      <a:gs pos="100000">
                        <a:schemeClr val="accent1"/>
                      </a:gs>
                      <a:gs pos="0">
                        <a:schemeClr val="accent2"/>
                      </a:gs>
                    </a:gsLst>
                    <a:path path="circle">
                      <a:fillToRect l="100000" t="100000"/>
                    </a:path>
                    <a:tileRect r="-100000" b="-100000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68ECF8-B546-CBEC-AC8A-F665EE1F484B}"/>
                  </a:ext>
                </a:extLst>
              </p:cNvPr>
              <p:cNvSpPr txBox="1"/>
              <p:nvPr/>
            </p:nvSpPr>
            <p:spPr>
              <a:xfrm>
                <a:off x="6107719" y="225238"/>
                <a:ext cx="713957" cy="272415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en-ID" sz="1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Poppins" panose="00000500000000000000" pitchFamily="50" charset="0"/>
                    <a:cs typeface="Poppins" panose="00000500000000000000" pitchFamily="50" charset="0"/>
                  </a:rPr>
                  <a:t>Libraries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2CCFD73-74C6-C007-0238-3107C0F8A2DE}"/>
                </a:ext>
              </a:extLst>
            </p:cNvPr>
            <p:cNvSpPr txBox="1"/>
            <p:nvPr/>
          </p:nvSpPr>
          <p:spPr>
            <a:xfrm>
              <a:off x="8073378" y="222028"/>
              <a:ext cx="701270" cy="272415"/>
            </a:xfrm>
            <a:prstGeom prst="roundRect">
              <a:avLst/>
            </a:prstGeom>
            <a:solidFill>
              <a:schemeClr val="bg1"/>
            </a:solidFill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en-ID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anose="00000500000000000000" pitchFamily="50" charset="0"/>
                  <a:cs typeface="Poppins" panose="00000500000000000000" pitchFamily="50" charset="0"/>
                </a:rPr>
                <a:t>Practice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A758FDB-8E08-6EBA-53EB-B7BFE60D7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45" y="1614364"/>
            <a:ext cx="6781566" cy="25363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79AE2F-2CC4-32D5-83F7-5096E0CA9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5626" y="2085826"/>
            <a:ext cx="2000529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39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/>
          <p:cNvSpPr txBox="1">
            <a:spLocks noGrp="1"/>
          </p:cNvSpPr>
          <p:nvPr>
            <p:ph type="title"/>
          </p:nvPr>
        </p:nvSpPr>
        <p:spPr>
          <a:xfrm>
            <a:off x="620017" y="68496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Example of Serial Read</a:t>
            </a:r>
            <a:endParaRPr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CCE3250-059C-ACFC-BDD8-5DE594AEDD93}"/>
              </a:ext>
            </a:extLst>
          </p:cNvPr>
          <p:cNvGrpSpPr/>
          <p:nvPr/>
        </p:nvGrpSpPr>
        <p:grpSpPr>
          <a:xfrm>
            <a:off x="664156" y="186209"/>
            <a:ext cx="7393876" cy="275625"/>
            <a:chOff x="1666071" y="222028"/>
            <a:chExt cx="7108577" cy="27562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0992F7C-2078-FF0B-FF0B-051475B65B5F}"/>
                </a:ext>
              </a:extLst>
            </p:cNvPr>
            <p:cNvGrpSpPr/>
            <p:nvPr/>
          </p:nvGrpSpPr>
          <p:grpSpPr>
            <a:xfrm>
              <a:off x="1666071" y="225238"/>
              <a:ext cx="6072180" cy="272415"/>
              <a:chOff x="749496" y="225238"/>
              <a:chExt cx="6072180" cy="272415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B9482CC4-DD8B-5E61-EF8B-E9BC1F07602A}"/>
                  </a:ext>
                </a:extLst>
              </p:cNvPr>
              <p:cNvGrpSpPr/>
              <p:nvPr/>
            </p:nvGrpSpPr>
            <p:grpSpPr>
              <a:xfrm>
                <a:off x="749496" y="225238"/>
                <a:ext cx="5089701" cy="272415"/>
                <a:chOff x="346375" y="199673"/>
                <a:chExt cx="2859876" cy="272415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4974F03-6332-1C0C-746E-F35DACD21DA7}"/>
                    </a:ext>
                  </a:extLst>
                </p:cNvPr>
                <p:cNvSpPr txBox="1"/>
                <p:nvPr/>
              </p:nvSpPr>
              <p:spPr>
                <a:xfrm>
                  <a:off x="346375" y="199673"/>
                  <a:ext cx="446613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Reminder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1C8EDAB-9074-01DE-AC8F-2C13792E8997}"/>
                    </a:ext>
                  </a:extLst>
                </p:cNvPr>
                <p:cNvSpPr txBox="1"/>
                <p:nvPr/>
              </p:nvSpPr>
              <p:spPr>
                <a:xfrm>
                  <a:off x="943869" y="199673"/>
                  <a:ext cx="665743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Digital &amp; Analog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D9CDCBD-3539-7E27-DAF3-00B96E16D621}"/>
                    </a:ext>
                  </a:extLst>
                </p:cNvPr>
                <p:cNvSpPr txBox="1"/>
                <p:nvPr/>
              </p:nvSpPr>
              <p:spPr>
                <a:xfrm>
                  <a:off x="1760493" y="199673"/>
                  <a:ext cx="492059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/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Serial Com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0B1DB9C-796D-5D98-FFA5-AA1BB8A9A924}"/>
                    </a:ext>
                  </a:extLst>
                </p:cNvPr>
                <p:cNvSpPr txBox="1"/>
                <p:nvPr/>
              </p:nvSpPr>
              <p:spPr>
                <a:xfrm>
                  <a:off x="2403433" y="199673"/>
                  <a:ext cx="802818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Sensors &amp; Actuators</a:t>
                  </a:r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F5835CBA-0D2F-9825-C87A-13980E9BED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04150" y="426016"/>
                  <a:ext cx="406309" cy="0"/>
                </a:xfrm>
                <a:prstGeom prst="line">
                  <a:avLst/>
                </a:prstGeom>
                <a:ln w="22225">
                  <a:gradFill flip="none" rotWithShape="1">
                    <a:gsLst>
                      <a:gs pos="100000">
                        <a:schemeClr val="accent1"/>
                      </a:gs>
                      <a:gs pos="0">
                        <a:schemeClr val="accent2"/>
                      </a:gs>
                    </a:gsLst>
                    <a:path path="circle">
                      <a:fillToRect l="100000" t="100000"/>
                    </a:path>
                    <a:tileRect r="-100000" b="-100000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68ECF8-B546-CBEC-AC8A-F665EE1F484B}"/>
                  </a:ext>
                </a:extLst>
              </p:cNvPr>
              <p:cNvSpPr txBox="1"/>
              <p:nvPr/>
            </p:nvSpPr>
            <p:spPr>
              <a:xfrm>
                <a:off x="6107719" y="225238"/>
                <a:ext cx="713957" cy="272415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en-ID" sz="1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Poppins" panose="00000500000000000000" pitchFamily="50" charset="0"/>
                    <a:cs typeface="Poppins" panose="00000500000000000000" pitchFamily="50" charset="0"/>
                  </a:rPr>
                  <a:t>Libraries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2CCFD73-74C6-C007-0238-3107C0F8A2DE}"/>
                </a:ext>
              </a:extLst>
            </p:cNvPr>
            <p:cNvSpPr txBox="1"/>
            <p:nvPr/>
          </p:nvSpPr>
          <p:spPr>
            <a:xfrm>
              <a:off x="8073378" y="222028"/>
              <a:ext cx="701270" cy="272415"/>
            </a:xfrm>
            <a:prstGeom prst="roundRect">
              <a:avLst/>
            </a:prstGeom>
            <a:solidFill>
              <a:schemeClr val="bg1"/>
            </a:solidFill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en-ID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anose="00000500000000000000" pitchFamily="50" charset="0"/>
                  <a:cs typeface="Poppins" panose="00000500000000000000" pitchFamily="50" charset="0"/>
                </a:rPr>
                <a:t>Practice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3C858D3-5772-4527-E4A2-20A00C2CB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877" y="1768476"/>
            <a:ext cx="6891843" cy="22384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043990-C49B-EE46-8BDD-B3363C4296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7360" y="2103883"/>
            <a:ext cx="1453915" cy="139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841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/>
          <p:cNvSpPr txBox="1">
            <a:spLocks noGrp="1"/>
          </p:cNvSpPr>
          <p:nvPr>
            <p:ph type="title"/>
          </p:nvPr>
        </p:nvSpPr>
        <p:spPr>
          <a:xfrm>
            <a:off x="620017" y="68496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Usefull Use of Serial</a:t>
            </a:r>
            <a:endParaRPr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CCE3250-059C-ACFC-BDD8-5DE594AEDD93}"/>
              </a:ext>
            </a:extLst>
          </p:cNvPr>
          <p:cNvGrpSpPr/>
          <p:nvPr/>
        </p:nvGrpSpPr>
        <p:grpSpPr>
          <a:xfrm>
            <a:off x="664156" y="186209"/>
            <a:ext cx="7393876" cy="275625"/>
            <a:chOff x="1666071" y="222028"/>
            <a:chExt cx="7108577" cy="27562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0992F7C-2078-FF0B-FF0B-051475B65B5F}"/>
                </a:ext>
              </a:extLst>
            </p:cNvPr>
            <p:cNvGrpSpPr/>
            <p:nvPr/>
          </p:nvGrpSpPr>
          <p:grpSpPr>
            <a:xfrm>
              <a:off x="1666071" y="225238"/>
              <a:ext cx="6072180" cy="272415"/>
              <a:chOff x="749496" y="225238"/>
              <a:chExt cx="6072180" cy="272415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B9482CC4-DD8B-5E61-EF8B-E9BC1F07602A}"/>
                  </a:ext>
                </a:extLst>
              </p:cNvPr>
              <p:cNvGrpSpPr/>
              <p:nvPr/>
            </p:nvGrpSpPr>
            <p:grpSpPr>
              <a:xfrm>
                <a:off x="749496" y="225238"/>
                <a:ext cx="5089701" cy="272415"/>
                <a:chOff x="346375" y="199673"/>
                <a:chExt cx="2859876" cy="272415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4974F03-6332-1C0C-746E-F35DACD21DA7}"/>
                    </a:ext>
                  </a:extLst>
                </p:cNvPr>
                <p:cNvSpPr txBox="1"/>
                <p:nvPr/>
              </p:nvSpPr>
              <p:spPr>
                <a:xfrm>
                  <a:off x="346375" y="199673"/>
                  <a:ext cx="446613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Reminder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1C8EDAB-9074-01DE-AC8F-2C13792E8997}"/>
                    </a:ext>
                  </a:extLst>
                </p:cNvPr>
                <p:cNvSpPr txBox="1"/>
                <p:nvPr/>
              </p:nvSpPr>
              <p:spPr>
                <a:xfrm>
                  <a:off x="943869" y="199673"/>
                  <a:ext cx="665743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Digital &amp; Analog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D9CDCBD-3539-7E27-DAF3-00B96E16D621}"/>
                    </a:ext>
                  </a:extLst>
                </p:cNvPr>
                <p:cNvSpPr txBox="1"/>
                <p:nvPr/>
              </p:nvSpPr>
              <p:spPr>
                <a:xfrm>
                  <a:off x="1760493" y="199673"/>
                  <a:ext cx="492059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/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Serial Com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0B1DB9C-796D-5D98-FFA5-AA1BB8A9A924}"/>
                    </a:ext>
                  </a:extLst>
                </p:cNvPr>
                <p:cNvSpPr txBox="1"/>
                <p:nvPr/>
              </p:nvSpPr>
              <p:spPr>
                <a:xfrm>
                  <a:off x="2403433" y="199673"/>
                  <a:ext cx="802818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Sensors &amp; Actuators</a:t>
                  </a:r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F5835CBA-0D2F-9825-C87A-13980E9BED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04150" y="426016"/>
                  <a:ext cx="406309" cy="0"/>
                </a:xfrm>
                <a:prstGeom prst="line">
                  <a:avLst/>
                </a:prstGeom>
                <a:ln w="22225">
                  <a:gradFill flip="none" rotWithShape="1">
                    <a:gsLst>
                      <a:gs pos="100000">
                        <a:schemeClr val="accent1"/>
                      </a:gs>
                      <a:gs pos="0">
                        <a:schemeClr val="accent2"/>
                      </a:gs>
                    </a:gsLst>
                    <a:path path="circle">
                      <a:fillToRect l="100000" t="100000"/>
                    </a:path>
                    <a:tileRect r="-100000" b="-100000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68ECF8-B546-CBEC-AC8A-F665EE1F484B}"/>
                  </a:ext>
                </a:extLst>
              </p:cNvPr>
              <p:cNvSpPr txBox="1"/>
              <p:nvPr/>
            </p:nvSpPr>
            <p:spPr>
              <a:xfrm>
                <a:off x="6107719" y="225238"/>
                <a:ext cx="713957" cy="272415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en-ID" sz="1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Poppins" panose="00000500000000000000" pitchFamily="50" charset="0"/>
                    <a:cs typeface="Poppins" panose="00000500000000000000" pitchFamily="50" charset="0"/>
                  </a:rPr>
                  <a:t>Libraries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2CCFD73-74C6-C007-0238-3107C0F8A2DE}"/>
                </a:ext>
              </a:extLst>
            </p:cNvPr>
            <p:cNvSpPr txBox="1"/>
            <p:nvPr/>
          </p:nvSpPr>
          <p:spPr>
            <a:xfrm>
              <a:off x="8073378" y="222028"/>
              <a:ext cx="701270" cy="272415"/>
            </a:xfrm>
            <a:prstGeom prst="roundRect">
              <a:avLst/>
            </a:prstGeom>
            <a:solidFill>
              <a:schemeClr val="bg1"/>
            </a:solidFill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en-ID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anose="00000500000000000000" pitchFamily="50" charset="0"/>
                  <a:cs typeface="Poppins" panose="00000500000000000000" pitchFamily="50" charset="0"/>
                </a:rPr>
                <a:t>Practice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022D0DE-A946-B2D1-193C-FD99D76A5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17" y="1562993"/>
            <a:ext cx="7170868" cy="297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9525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38"/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1485" name="Google Shape;1485;p38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486" name="Google Shape;1486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7" name="Google Shape;1487;p38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88" name="Google Shape;1488;p3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91" name="Google Shape;1491;p38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Sensors &amp; Actuators</a:t>
            </a:r>
            <a:endParaRPr dirty="0"/>
          </a:p>
        </p:txBody>
      </p:sp>
      <p:grpSp>
        <p:nvGrpSpPr>
          <p:cNvPr id="1492" name="Google Shape;1492;p38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493" name="Google Shape;1493;p38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8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8" name="Google Shape;1498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99" name="Google Shape;1499;p38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00" name="Google Shape;1500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7" name="Google Shape;1507;p38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8" name="Google Shape;1508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5" name="Google Shape;1515;p38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16" name="Google Shape;1516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8" name="Google Shape;1518;p38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19" name="Google Shape;1519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1" name="Google Shape;1521;p38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2" name="Google Shape;1522;p38"/>
          <p:cNvGrpSpPr/>
          <p:nvPr/>
        </p:nvGrpSpPr>
        <p:grpSpPr>
          <a:xfrm>
            <a:off x="796100" y="3266277"/>
            <a:ext cx="4558967" cy="134100"/>
            <a:chOff x="796100" y="3019701"/>
            <a:chExt cx="4558967" cy="134100"/>
          </a:xfrm>
        </p:grpSpPr>
        <p:sp>
          <p:nvSpPr>
            <p:cNvPr id="1523" name="Google Shape;1523;p3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24" name="Google Shape;1524;p3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5" name="Google Shape;1525;p3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729362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/>
          <p:cNvSpPr txBox="1">
            <a:spLocks noGrp="1"/>
          </p:cNvSpPr>
          <p:nvPr>
            <p:ph type="title"/>
          </p:nvPr>
        </p:nvSpPr>
        <p:spPr>
          <a:xfrm>
            <a:off x="515954" y="63883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are Sensors &amp; Actuators</a:t>
            </a:r>
            <a:endParaRPr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FF6B4C7-E496-BC59-1D6B-3EA6734FF66A}"/>
              </a:ext>
            </a:extLst>
          </p:cNvPr>
          <p:cNvGrpSpPr/>
          <p:nvPr/>
        </p:nvGrpSpPr>
        <p:grpSpPr>
          <a:xfrm>
            <a:off x="664156" y="186209"/>
            <a:ext cx="7393876" cy="275625"/>
            <a:chOff x="1666071" y="222028"/>
            <a:chExt cx="7108577" cy="27562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23EAD6A-D2B7-1848-8E7F-01BE09B21291}"/>
                </a:ext>
              </a:extLst>
            </p:cNvPr>
            <p:cNvGrpSpPr/>
            <p:nvPr/>
          </p:nvGrpSpPr>
          <p:grpSpPr>
            <a:xfrm>
              <a:off x="1666071" y="225238"/>
              <a:ext cx="6072180" cy="272415"/>
              <a:chOff x="749496" y="225238"/>
              <a:chExt cx="6072180" cy="272415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D5874F61-8FC1-4970-0944-205026E6AF6F}"/>
                  </a:ext>
                </a:extLst>
              </p:cNvPr>
              <p:cNvGrpSpPr/>
              <p:nvPr/>
            </p:nvGrpSpPr>
            <p:grpSpPr>
              <a:xfrm>
                <a:off x="749496" y="225238"/>
                <a:ext cx="5089701" cy="272415"/>
                <a:chOff x="346375" y="199673"/>
                <a:chExt cx="2859876" cy="272415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FC04E9D-707A-FEAD-BC01-0E5C57BA7B0C}"/>
                    </a:ext>
                  </a:extLst>
                </p:cNvPr>
                <p:cNvSpPr txBox="1"/>
                <p:nvPr/>
              </p:nvSpPr>
              <p:spPr>
                <a:xfrm>
                  <a:off x="346375" y="199673"/>
                  <a:ext cx="446613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Reminder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3E628DF-F576-FC17-F2AD-947E850D83E8}"/>
                    </a:ext>
                  </a:extLst>
                </p:cNvPr>
                <p:cNvSpPr txBox="1"/>
                <p:nvPr/>
              </p:nvSpPr>
              <p:spPr>
                <a:xfrm>
                  <a:off x="943869" y="199673"/>
                  <a:ext cx="665743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Digital &amp; Analog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97419942-807E-1787-A1C6-CD6AE66020A0}"/>
                    </a:ext>
                  </a:extLst>
                </p:cNvPr>
                <p:cNvSpPr txBox="1"/>
                <p:nvPr/>
              </p:nvSpPr>
              <p:spPr>
                <a:xfrm>
                  <a:off x="1760493" y="199673"/>
                  <a:ext cx="492059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Serial Com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F27D7D3-D0BE-D388-5291-6537229FD27E}"/>
                    </a:ext>
                  </a:extLst>
                </p:cNvPr>
                <p:cNvSpPr txBox="1"/>
                <p:nvPr/>
              </p:nvSpPr>
              <p:spPr>
                <a:xfrm>
                  <a:off x="2403433" y="199673"/>
                  <a:ext cx="802818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/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Sensors &amp; Actuators</a:t>
                  </a:r>
                </a:p>
              </p:txBody>
            </p: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A9BC3935-43E9-5C07-AEE6-B1679CEEAF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67735" y="440303"/>
                  <a:ext cx="670634" cy="0"/>
                </a:xfrm>
                <a:prstGeom prst="line">
                  <a:avLst/>
                </a:prstGeom>
                <a:ln w="22225">
                  <a:gradFill flip="none" rotWithShape="1">
                    <a:gsLst>
                      <a:gs pos="100000">
                        <a:schemeClr val="accent1"/>
                      </a:gs>
                      <a:gs pos="0">
                        <a:schemeClr val="accent2"/>
                      </a:gs>
                    </a:gsLst>
                    <a:path path="circle">
                      <a:fillToRect l="100000" t="100000"/>
                    </a:path>
                    <a:tileRect r="-100000" b="-100000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09AE807-F978-09F7-4FFE-DBA77A3AB686}"/>
                  </a:ext>
                </a:extLst>
              </p:cNvPr>
              <p:cNvSpPr txBox="1"/>
              <p:nvPr/>
            </p:nvSpPr>
            <p:spPr>
              <a:xfrm>
                <a:off x="6107719" y="225238"/>
                <a:ext cx="713957" cy="272415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en-ID" sz="1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Poppins" panose="00000500000000000000" pitchFamily="50" charset="0"/>
                    <a:cs typeface="Poppins" panose="00000500000000000000" pitchFamily="50" charset="0"/>
                  </a:rPr>
                  <a:t>Libraries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C072103-2D94-55C0-C999-D3F016E7F3F2}"/>
                </a:ext>
              </a:extLst>
            </p:cNvPr>
            <p:cNvSpPr txBox="1"/>
            <p:nvPr/>
          </p:nvSpPr>
          <p:spPr>
            <a:xfrm>
              <a:off x="8073378" y="222028"/>
              <a:ext cx="701270" cy="272415"/>
            </a:xfrm>
            <a:prstGeom prst="roundRect">
              <a:avLst/>
            </a:prstGeom>
            <a:solidFill>
              <a:schemeClr val="bg1"/>
            </a:solidFill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en-ID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anose="00000500000000000000" pitchFamily="50" charset="0"/>
                  <a:cs typeface="Poppins" panose="00000500000000000000" pitchFamily="50" charset="0"/>
                </a:rPr>
                <a:t>Practice</a:t>
              </a:r>
            </a:p>
          </p:txBody>
        </p:sp>
      </p:grpSp>
      <p:pic>
        <p:nvPicPr>
          <p:cNvPr id="6146" name="Picture 2" descr="Sensors And Actuators With Arduino at Tristan Oflaherty blog">
            <a:extLst>
              <a:ext uri="{FF2B5EF4-FFF2-40B4-BE49-F238E27FC236}">
                <a16:creationId xmlns:a16="http://schemas.microsoft.com/office/drawing/2014/main" id="{3B94D47A-90C7-679C-155F-9A953489A4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8334" y="1394957"/>
            <a:ext cx="6327332" cy="3559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9142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/>
          <p:cNvSpPr txBox="1">
            <a:spLocks noGrp="1"/>
          </p:cNvSpPr>
          <p:nvPr>
            <p:ph type="title"/>
          </p:nvPr>
        </p:nvSpPr>
        <p:spPr>
          <a:xfrm>
            <a:off x="515954" y="69925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to choose</a:t>
            </a:r>
            <a:endParaRPr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FF6B4C7-E496-BC59-1D6B-3EA6734FF66A}"/>
              </a:ext>
            </a:extLst>
          </p:cNvPr>
          <p:cNvGrpSpPr/>
          <p:nvPr/>
        </p:nvGrpSpPr>
        <p:grpSpPr>
          <a:xfrm>
            <a:off x="664156" y="186209"/>
            <a:ext cx="7393876" cy="275625"/>
            <a:chOff x="1666071" y="222028"/>
            <a:chExt cx="7108577" cy="27562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23EAD6A-D2B7-1848-8E7F-01BE09B21291}"/>
                </a:ext>
              </a:extLst>
            </p:cNvPr>
            <p:cNvGrpSpPr/>
            <p:nvPr/>
          </p:nvGrpSpPr>
          <p:grpSpPr>
            <a:xfrm>
              <a:off x="1666071" y="225238"/>
              <a:ext cx="6072180" cy="272415"/>
              <a:chOff x="749496" y="225238"/>
              <a:chExt cx="6072180" cy="272415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D5874F61-8FC1-4970-0944-205026E6AF6F}"/>
                  </a:ext>
                </a:extLst>
              </p:cNvPr>
              <p:cNvGrpSpPr/>
              <p:nvPr/>
            </p:nvGrpSpPr>
            <p:grpSpPr>
              <a:xfrm>
                <a:off x="749496" y="225238"/>
                <a:ext cx="5089701" cy="272415"/>
                <a:chOff x="346375" y="199673"/>
                <a:chExt cx="2859876" cy="272415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FC04E9D-707A-FEAD-BC01-0E5C57BA7B0C}"/>
                    </a:ext>
                  </a:extLst>
                </p:cNvPr>
                <p:cNvSpPr txBox="1"/>
                <p:nvPr/>
              </p:nvSpPr>
              <p:spPr>
                <a:xfrm>
                  <a:off x="346375" y="199673"/>
                  <a:ext cx="446613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Reminder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3E628DF-F576-FC17-F2AD-947E850D83E8}"/>
                    </a:ext>
                  </a:extLst>
                </p:cNvPr>
                <p:cNvSpPr txBox="1"/>
                <p:nvPr/>
              </p:nvSpPr>
              <p:spPr>
                <a:xfrm>
                  <a:off x="943869" y="199673"/>
                  <a:ext cx="665743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Digital &amp; Analog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97419942-807E-1787-A1C6-CD6AE66020A0}"/>
                    </a:ext>
                  </a:extLst>
                </p:cNvPr>
                <p:cNvSpPr txBox="1"/>
                <p:nvPr/>
              </p:nvSpPr>
              <p:spPr>
                <a:xfrm>
                  <a:off x="1760493" y="199673"/>
                  <a:ext cx="492059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Serial Com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F27D7D3-D0BE-D388-5291-6537229FD27E}"/>
                    </a:ext>
                  </a:extLst>
                </p:cNvPr>
                <p:cNvSpPr txBox="1"/>
                <p:nvPr/>
              </p:nvSpPr>
              <p:spPr>
                <a:xfrm>
                  <a:off x="2403433" y="199673"/>
                  <a:ext cx="802818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/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Sensors &amp; Actuators</a:t>
                  </a:r>
                </a:p>
              </p:txBody>
            </p: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A9BC3935-43E9-5C07-AEE6-B1679CEEAF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67735" y="440303"/>
                  <a:ext cx="670634" cy="0"/>
                </a:xfrm>
                <a:prstGeom prst="line">
                  <a:avLst/>
                </a:prstGeom>
                <a:ln w="22225">
                  <a:gradFill flip="none" rotWithShape="1">
                    <a:gsLst>
                      <a:gs pos="100000">
                        <a:schemeClr val="accent1"/>
                      </a:gs>
                      <a:gs pos="0">
                        <a:schemeClr val="accent2"/>
                      </a:gs>
                    </a:gsLst>
                    <a:path path="circle">
                      <a:fillToRect l="100000" t="100000"/>
                    </a:path>
                    <a:tileRect r="-100000" b="-100000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09AE807-F978-09F7-4FFE-DBA77A3AB686}"/>
                  </a:ext>
                </a:extLst>
              </p:cNvPr>
              <p:cNvSpPr txBox="1"/>
              <p:nvPr/>
            </p:nvSpPr>
            <p:spPr>
              <a:xfrm>
                <a:off x="6107719" y="225238"/>
                <a:ext cx="713957" cy="272415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en-ID" sz="1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Poppins" panose="00000500000000000000" pitchFamily="50" charset="0"/>
                    <a:cs typeface="Poppins" panose="00000500000000000000" pitchFamily="50" charset="0"/>
                  </a:rPr>
                  <a:t>Libraries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C072103-2D94-55C0-C999-D3F016E7F3F2}"/>
                </a:ext>
              </a:extLst>
            </p:cNvPr>
            <p:cNvSpPr txBox="1"/>
            <p:nvPr/>
          </p:nvSpPr>
          <p:spPr>
            <a:xfrm>
              <a:off x="8073378" y="222028"/>
              <a:ext cx="701270" cy="272415"/>
            </a:xfrm>
            <a:prstGeom prst="roundRect">
              <a:avLst/>
            </a:prstGeom>
            <a:solidFill>
              <a:schemeClr val="bg1"/>
            </a:solidFill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en-ID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anose="00000500000000000000" pitchFamily="50" charset="0"/>
                  <a:cs typeface="Poppins" panose="00000500000000000000" pitchFamily="50" charset="0"/>
                </a:rPr>
                <a:t>Practice</a:t>
              </a:r>
            </a:p>
          </p:txBody>
        </p:sp>
      </p:grpSp>
      <p:pic>
        <p:nvPicPr>
          <p:cNvPr id="7170" name="Picture 2" descr="Dht22 Datasheet Sensors Arduino Resets Or Hangs After Providing">
            <a:extLst>
              <a:ext uri="{FF2B5EF4-FFF2-40B4-BE49-F238E27FC236}">
                <a16:creationId xmlns:a16="http://schemas.microsoft.com/office/drawing/2014/main" id="{7D55F8D1-C3FF-63ED-CED0-6620A15568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642" y="1509374"/>
            <a:ext cx="5434716" cy="3474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46791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/>
          <p:cNvSpPr txBox="1">
            <a:spLocks noGrp="1"/>
          </p:cNvSpPr>
          <p:nvPr>
            <p:ph type="title"/>
          </p:nvPr>
        </p:nvSpPr>
        <p:spPr>
          <a:xfrm>
            <a:off x="515954" y="73675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Where to search for them</a:t>
            </a:r>
            <a:endParaRPr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FF6B4C7-E496-BC59-1D6B-3EA6734FF66A}"/>
              </a:ext>
            </a:extLst>
          </p:cNvPr>
          <p:cNvGrpSpPr/>
          <p:nvPr/>
        </p:nvGrpSpPr>
        <p:grpSpPr>
          <a:xfrm>
            <a:off x="664156" y="186209"/>
            <a:ext cx="7393876" cy="275625"/>
            <a:chOff x="1666071" y="222028"/>
            <a:chExt cx="7108577" cy="27562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23EAD6A-D2B7-1848-8E7F-01BE09B21291}"/>
                </a:ext>
              </a:extLst>
            </p:cNvPr>
            <p:cNvGrpSpPr/>
            <p:nvPr/>
          </p:nvGrpSpPr>
          <p:grpSpPr>
            <a:xfrm>
              <a:off x="1666071" y="225238"/>
              <a:ext cx="6072180" cy="272415"/>
              <a:chOff x="749496" y="225238"/>
              <a:chExt cx="6072180" cy="272415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D5874F61-8FC1-4970-0944-205026E6AF6F}"/>
                  </a:ext>
                </a:extLst>
              </p:cNvPr>
              <p:cNvGrpSpPr/>
              <p:nvPr/>
            </p:nvGrpSpPr>
            <p:grpSpPr>
              <a:xfrm>
                <a:off x="749496" y="225238"/>
                <a:ext cx="5089701" cy="272415"/>
                <a:chOff x="346375" y="199673"/>
                <a:chExt cx="2859876" cy="272415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FC04E9D-707A-FEAD-BC01-0E5C57BA7B0C}"/>
                    </a:ext>
                  </a:extLst>
                </p:cNvPr>
                <p:cNvSpPr txBox="1"/>
                <p:nvPr/>
              </p:nvSpPr>
              <p:spPr>
                <a:xfrm>
                  <a:off x="346375" y="199673"/>
                  <a:ext cx="446613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Reminder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3E628DF-F576-FC17-F2AD-947E850D83E8}"/>
                    </a:ext>
                  </a:extLst>
                </p:cNvPr>
                <p:cNvSpPr txBox="1"/>
                <p:nvPr/>
              </p:nvSpPr>
              <p:spPr>
                <a:xfrm>
                  <a:off x="943869" y="199673"/>
                  <a:ext cx="665743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Digital &amp; Analog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97419942-807E-1787-A1C6-CD6AE66020A0}"/>
                    </a:ext>
                  </a:extLst>
                </p:cNvPr>
                <p:cNvSpPr txBox="1"/>
                <p:nvPr/>
              </p:nvSpPr>
              <p:spPr>
                <a:xfrm>
                  <a:off x="1760493" y="199673"/>
                  <a:ext cx="492059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Serial Com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F27D7D3-D0BE-D388-5291-6537229FD27E}"/>
                    </a:ext>
                  </a:extLst>
                </p:cNvPr>
                <p:cNvSpPr txBox="1"/>
                <p:nvPr/>
              </p:nvSpPr>
              <p:spPr>
                <a:xfrm>
                  <a:off x="2403433" y="199673"/>
                  <a:ext cx="802818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/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Sensors &amp; Actuators</a:t>
                  </a:r>
                </a:p>
              </p:txBody>
            </p: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A9BC3935-43E9-5C07-AEE6-B1679CEEAF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67735" y="440303"/>
                  <a:ext cx="670634" cy="0"/>
                </a:xfrm>
                <a:prstGeom prst="line">
                  <a:avLst/>
                </a:prstGeom>
                <a:ln w="22225">
                  <a:gradFill flip="none" rotWithShape="1">
                    <a:gsLst>
                      <a:gs pos="100000">
                        <a:schemeClr val="accent1"/>
                      </a:gs>
                      <a:gs pos="0">
                        <a:schemeClr val="accent2"/>
                      </a:gs>
                    </a:gsLst>
                    <a:path path="circle">
                      <a:fillToRect l="100000" t="100000"/>
                    </a:path>
                    <a:tileRect r="-100000" b="-100000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09AE807-F978-09F7-4FFE-DBA77A3AB686}"/>
                  </a:ext>
                </a:extLst>
              </p:cNvPr>
              <p:cNvSpPr txBox="1"/>
              <p:nvPr/>
            </p:nvSpPr>
            <p:spPr>
              <a:xfrm>
                <a:off x="6107719" y="225238"/>
                <a:ext cx="713957" cy="272415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en-ID" sz="1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Poppins" panose="00000500000000000000" pitchFamily="50" charset="0"/>
                    <a:cs typeface="Poppins" panose="00000500000000000000" pitchFamily="50" charset="0"/>
                  </a:rPr>
                  <a:t>Libraries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C072103-2D94-55C0-C999-D3F016E7F3F2}"/>
                </a:ext>
              </a:extLst>
            </p:cNvPr>
            <p:cNvSpPr txBox="1"/>
            <p:nvPr/>
          </p:nvSpPr>
          <p:spPr>
            <a:xfrm>
              <a:off x="8073378" y="222028"/>
              <a:ext cx="701270" cy="272415"/>
            </a:xfrm>
            <a:prstGeom prst="roundRect">
              <a:avLst/>
            </a:prstGeom>
            <a:solidFill>
              <a:schemeClr val="bg1"/>
            </a:solidFill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en-ID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anose="00000500000000000000" pitchFamily="50" charset="0"/>
                  <a:cs typeface="Poppins" panose="00000500000000000000" pitchFamily="50" charset="0"/>
                </a:rPr>
                <a:t>Practice</a:t>
              </a:r>
            </a:p>
          </p:txBody>
        </p:sp>
      </p:grpSp>
      <p:sp>
        <p:nvSpPr>
          <p:cNvPr id="35" name="Google Shape;1735;p43">
            <a:extLst>
              <a:ext uri="{FF2B5EF4-FFF2-40B4-BE49-F238E27FC236}">
                <a16:creationId xmlns:a16="http://schemas.microsoft.com/office/drawing/2014/main" id="{F41C2E36-1C6B-FE5E-0CD3-8E33738316BD}"/>
              </a:ext>
            </a:extLst>
          </p:cNvPr>
          <p:cNvSpPr txBox="1">
            <a:spLocks/>
          </p:cNvSpPr>
          <p:nvPr/>
        </p:nvSpPr>
        <p:spPr>
          <a:xfrm>
            <a:off x="998838" y="1623744"/>
            <a:ext cx="2738450" cy="4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0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marL="0" indent="0"/>
            <a:r>
              <a:rPr lang="en-GB" dirty="0"/>
              <a:t>Moroccan Website</a:t>
            </a:r>
          </a:p>
        </p:txBody>
      </p:sp>
      <p:sp>
        <p:nvSpPr>
          <p:cNvPr id="36" name="Google Shape;1736;p43">
            <a:extLst>
              <a:ext uri="{FF2B5EF4-FFF2-40B4-BE49-F238E27FC236}">
                <a16:creationId xmlns:a16="http://schemas.microsoft.com/office/drawing/2014/main" id="{373CC464-23FA-68A2-10BB-F9C9A4A43C18}"/>
              </a:ext>
            </a:extLst>
          </p:cNvPr>
          <p:cNvSpPr txBox="1">
            <a:spLocks/>
          </p:cNvSpPr>
          <p:nvPr/>
        </p:nvSpPr>
        <p:spPr>
          <a:xfrm>
            <a:off x="4868204" y="1623744"/>
            <a:ext cx="2738450" cy="4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0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marL="0" indent="0"/>
            <a:r>
              <a:rPr lang="en-GB" dirty="0"/>
              <a:t>Foreign Website</a:t>
            </a:r>
          </a:p>
        </p:txBody>
      </p:sp>
      <p:sp>
        <p:nvSpPr>
          <p:cNvPr id="40" name="Google Shape;1740;p43">
            <a:extLst>
              <a:ext uri="{FF2B5EF4-FFF2-40B4-BE49-F238E27FC236}">
                <a16:creationId xmlns:a16="http://schemas.microsoft.com/office/drawing/2014/main" id="{A59A3761-6A72-E428-E940-4DC63786F8A7}"/>
              </a:ext>
            </a:extLst>
          </p:cNvPr>
          <p:cNvSpPr txBox="1">
            <a:spLocks/>
          </p:cNvSpPr>
          <p:nvPr/>
        </p:nvSpPr>
        <p:spPr>
          <a:xfrm>
            <a:off x="786644" y="2343633"/>
            <a:ext cx="3494477" cy="206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GB" dirty="0">
                <a:hlinkClick r:id="rId3"/>
              </a:rPr>
              <a:t>https://www.electrodragon.com/</a:t>
            </a:r>
            <a:endParaRPr lang="en-GB" dirty="0"/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GB" dirty="0">
                <a:hlinkClick r:id="rId4"/>
              </a:rPr>
              <a:t>https://marocproduits.com/</a:t>
            </a:r>
            <a:endParaRPr lang="en-GB" dirty="0"/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GB" dirty="0">
                <a:hlinkClick r:id="rId5"/>
              </a:rPr>
              <a:t>https://marocarduino.com/</a:t>
            </a:r>
            <a:endParaRPr lang="en-GB" dirty="0"/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GB" dirty="0">
                <a:hlinkClick r:id="rId6"/>
              </a:rPr>
              <a:t>https://Jumia.ma</a:t>
            </a:r>
            <a:r>
              <a:rPr lang="en-GB" dirty="0"/>
              <a:t> 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endParaRPr lang="en-GB" dirty="0"/>
          </a:p>
        </p:txBody>
      </p:sp>
      <p:sp>
        <p:nvSpPr>
          <p:cNvPr id="41" name="Google Shape;1740;p43">
            <a:extLst>
              <a:ext uri="{FF2B5EF4-FFF2-40B4-BE49-F238E27FC236}">
                <a16:creationId xmlns:a16="http://schemas.microsoft.com/office/drawing/2014/main" id="{A1516412-6B8E-168C-F624-097D2BAF166B}"/>
              </a:ext>
            </a:extLst>
          </p:cNvPr>
          <p:cNvSpPr txBox="1">
            <a:spLocks/>
          </p:cNvSpPr>
          <p:nvPr/>
        </p:nvSpPr>
        <p:spPr>
          <a:xfrm>
            <a:off x="4725477" y="2343632"/>
            <a:ext cx="3494477" cy="206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it-IT" dirty="0">
                <a:hlinkClick r:id="rId7"/>
              </a:rPr>
              <a:t>https://www.temu.com/ma</a:t>
            </a:r>
            <a:r>
              <a:rPr lang="it-IT" dirty="0"/>
              <a:t>  </a:t>
            </a:r>
            <a:endParaRPr lang="en-GB" dirty="0"/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GB" dirty="0">
                <a:hlinkClick r:id="rId8"/>
              </a:rPr>
              <a:t>https://www.aliexpress.com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602461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38"/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grpSp>
        <p:nvGrpSpPr>
          <p:cNvPr id="1485" name="Google Shape;1485;p38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486" name="Google Shape;1486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7" name="Google Shape;1487;p38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88" name="Google Shape;1488;p3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91" name="Google Shape;1491;p38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Libraries</a:t>
            </a:r>
            <a:endParaRPr dirty="0"/>
          </a:p>
        </p:txBody>
      </p:sp>
      <p:grpSp>
        <p:nvGrpSpPr>
          <p:cNvPr id="1492" name="Google Shape;1492;p38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493" name="Google Shape;1493;p38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8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8" name="Google Shape;1498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99" name="Google Shape;1499;p38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00" name="Google Shape;1500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7" name="Google Shape;1507;p38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8" name="Google Shape;1508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5" name="Google Shape;1515;p38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16" name="Google Shape;1516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8" name="Google Shape;1518;p38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19" name="Google Shape;1519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1" name="Google Shape;1521;p38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2" name="Google Shape;1522;p38"/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523" name="Google Shape;1523;p3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24" name="Google Shape;1524;p3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5" name="Google Shape;1525;p3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632371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/>
          <p:cNvSpPr txBox="1">
            <a:spLocks noGrp="1"/>
          </p:cNvSpPr>
          <p:nvPr>
            <p:ph type="title"/>
          </p:nvPr>
        </p:nvSpPr>
        <p:spPr>
          <a:xfrm>
            <a:off x="521651" y="70067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to install new libraries</a:t>
            </a:r>
            <a:endParaRPr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0BD277-064C-16CD-FDFC-097F891009D7}"/>
              </a:ext>
            </a:extLst>
          </p:cNvPr>
          <p:cNvGrpSpPr/>
          <p:nvPr/>
        </p:nvGrpSpPr>
        <p:grpSpPr>
          <a:xfrm>
            <a:off x="664156" y="186209"/>
            <a:ext cx="7393877" cy="275625"/>
            <a:chOff x="1666071" y="222028"/>
            <a:chExt cx="7108578" cy="27562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BDBC3F2-9058-C411-6AAC-54BCC08BDB0B}"/>
                </a:ext>
              </a:extLst>
            </p:cNvPr>
            <p:cNvGrpSpPr/>
            <p:nvPr/>
          </p:nvGrpSpPr>
          <p:grpSpPr>
            <a:xfrm>
              <a:off x="1666071" y="225238"/>
              <a:ext cx="6072180" cy="272415"/>
              <a:chOff x="749496" y="225238"/>
              <a:chExt cx="6072180" cy="272415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FC31654-B66A-5C3F-3287-E7468ECED854}"/>
                  </a:ext>
                </a:extLst>
              </p:cNvPr>
              <p:cNvSpPr txBox="1"/>
              <p:nvPr/>
            </p:nvSpPr>
            <p:spPr>
              <a:xfrm>
                <a:off x="6107719" y="225238"/>
                <a:ext cx="713957" cy="272415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en-ID" sz="1000" dirty="0">
                    <a:solidFill>
                      <a:schemeClr val="tx1"/>
                    </a:solidFill>
                    <a:latin typeface="Poppins" panose="00000500000000000000" pitchFamily="50" charset="0"/>
                    <a:cs typeface="Poppins" panose="00000500000000000000" pitchFamily="50" charset="0"/>
                  </a:rPr>
                  <a:t>Libraries</a:t>
                </a: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A0186EF9-DED2-CA69-69CE-D1C914AF394A}"/>
                  </a:ext>
                </a:extLst>
              </p:cNvPr>
              <p:cNvGrpSpPr/>
              <p:nvPr/>
            </p:nvGrpSpPr>
            <p:grpSpPr>
              <a:xfrm>
                <a:off x="749496" y="225238"/>
                <a:ext cx="5960715" cy="272415"/>
                <a:chOff x="346375" y="199673"/>
                <a:chExt cx="3349294" cy="272415"/>
              </a:xfrm>
            </p:grpSpPr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91BFFBF-65B0-1954-2215-700229A5A202}"/>
                    </a:ext>
                  </a:extLst>
                </p:cNvPr>
                <p:cNvSpPr txBox="1"/>
                <p:nvPr/>
              </p:nvSpPr>
              <p:spPr>
                <a:xfrm>
                  <a:off x="346375" y="199673"/>
                  <a:ext cx="446613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Reminder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1F9CB470-15BB-B68C-5E32-62373424ECB4}"/>
                    </a:ext>
                  </a:extLst>
                </p:cNvPr>
                <p:cNvSpPr txBox="1"/>
                <p:nvPr/>
              </p:nvSpPr>
              <p:spPr>
                <a:xfrm>
                  <a:off x="943869" y="199673"/>
                  <a:ext cx="665743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Digital &amp; Analog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8F5ECF9-CB89-08FB-5D84-BF1D51045D09}"/>
                    </a:ext>
                  </a:extLst>
                </p:cNvPr>
                <p:cNvSpPr txBox="1"/>
                <p:nvPr/>
              </p:nvSpPr>
              <p:spPr>
                <a:xfrm>
                  <a:off x="1760493" y="199673"/>
                  <a:ext cx="492059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Serial Com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4CE0964-99FC-CCC1-F6CF-219A728AC890}"/>
                    </a:ext>
                  </a:extLst>
                </p:cNvPr>
                <p:cNvSpPr txBox="1"/>
                <p:nvPr/>
              </p:nvSpPr>
              <p:spPr>
                <a:xfrm>
                  <a:off x="2403433" y="199673"/>
                  <a:ext cx="802818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Sensors &amp; Actuators</a:t>
                  </a:r>
                </a:p>
              </p:txBody>
            </p: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E433AE54-B609-AB74-4E54-319E3D908B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19525" y="441727"/>
                  <a:ext cx="276144" cy="1751"/>
                </a:xfrm>
                <a:prstGeom prst="line">
                  <a:avLst/>
                </a:prstGeom>
                <a:ln w="22225">
                  <a:gradFill flip="none" rotWithShape="1">
                    <a:gsLst>
                      <a:gs pos="100000">
                        <a:schemeClr val="accent1"/>
                      </a:gs>
                      <a:gs pos="0">
                        <a:schemeClr val="accent2"/>
                      </a:gs>
                    </a:gsLst>
                    <a:path path="circle">
                      <a:fillToRect l="100000" t="100000"/>
                    </a:path>
                    <a:tileRect r="-100000" b="-100000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B33E1CE-6C48-3CF1-613A-71B75C64BEB5}"/>
                </a:ext>
              </a:extLst>
            </p:cNvPr>
            <p:cNvSpPr txBox="1"/>
            <p:nvPr/>
          </p:nvSpPr>
          <p:spPr>
            <a:xfrm>
              <a:off x="8073379" y="222028"/>
              <a:ext cx="701270" cy="272415"/>
            </a:xfrm>
            <a:prstGeom prst="roundRect">
              <a:avLst/>
            </a:prstGeom>
            <a:solidFill>
              <a:schemeClr val="bg1"/>
            </a:solidFill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en-ID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anose="00000500000000000000" pitchFamily="50" charset="0"/>
                  <a:cs typeface="Poppins" panose="00000500000000000000" pitchFamily="50" charset="0"/>
                </a:rPr>
                <a:t>Practice</a:t>
              </a: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DF449C9B-DC90-FDCE-B96A-0553C2221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017" y="1273378"/>
            <a:ext cx="5398084" cy="362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3031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/>
          <p:cNvSpPr txBox="1">
            <a:spLocks noGrp="1"/>
          </p:cNvSpPr>
          <p:nvPr>
            <p:ph type="title"/>
          </p:nvPr>
        </p:nvSpPr>
        <p:spPr>
          <a:xfrm>
            <a:off x="620017" y="67527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Example of library</a:t>
            </a:r>
            <a:endParaRPr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0BD277-064C-16CD-FDFC-097F891009D7}"/>
              </a:ext>
            </a:extLst>
          </p:cNvPr>
          <p:cNvGrpSpPr/>
          <p:nvPr/>
        </p:nvGrpSpPr>
        <p:grpSpPr>
          <a:xfrm>
            <a:off x="664156" y="186209"/>
            <a:ext cx="7393877" cy="275625"/>
            <a:chOff x="1666071" y="222028"/>
            <a:chExt cx="7108578" cy="27562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BDBC3F2-9058-C411-6AAC-54BCC08BDB0B}"/>
                </a:ext>
              </a:extLst>
            </p:cNvPr>
            <p:cNvGrpSpPr/>
            <p:nvPr/>
          </p:nvGrpSpPr>
          <p:grpSpPr>
            <a:xfrm>
              <a:off x="1666071" y="225238"/>
              <a:ext cx="6072180" cy="272415"/>
              <a:chOff x="749496" y="225238"/>
              <a:chExt cx="6072180" cy="272415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FC31654-B66A-5C3F-3287-E7468ECED854}"/>
                  </a:ext>
                </a:extLst>
              </p:cNvPr>
              <p:cNvSpPr txBox="1"/>
              <p:nvPr/>
            </p:nvSpPr>
            <p:spPr>
              <a:xfrm>
                <a:off x="6107719" y="225238"/>
                <a:ext cx="713957" cy="272415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en-ID" sz="1000" dirty="0">
                    <a:solidFill>
                      <a:schemeClr val="tx1"/>
                    </a:solidFill>
                    <a:latin typeface="Poppins" panose="00000500000000000000" pitchFamily="50" charset="0"/>
                    <a:cs typeface="Poppins" panose="00000500000000000000" pitchFamily="50" charset="0"/>
                  </a:rPr>
                  <a:t>Libraries</a:t>
                </a: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A0186EF9-DED2-CA69-69CE-D1C914AF394A}"/>
                  </a:ext>
                </a:extLst>
              </p:cNvPr>
              <p:cNvGrpSpPr/>
              <p:nvPr/>
            </p:nvGrpSpPr>
            <p:grpSpPr>
              <a:xfrm>
                <a:off x="749496" y="225238"/>
                <a:ext cx="5960715" cy="272415"/>
                <a:chOff x="346375" y="199673"/>
                <a:chExt cx="3349294" cy="272415"/>
              </a:xfrm>
            </p:grpSpPr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91BFFBF-65B0-1954-2215-700229A5A202}"/>
                    </a:ext>
                  </a:extLst>
                </p:cNvPr>
                <p:cNvSpPr txBox="1"/>
                <p:nvPr/>
              </p:nvSpPr>
              <p:spPr>
                <a:xfrm>
                  <a:off x="346375" y="199673"/>
                  <a:ext cx="446613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Reminder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1F9CB470-15BB-B68C-5E32-62373424ECB4}"/>
                    </a:ext>
                  </a:extLst>
                </p:cNvPr>
                <p:cNvSpPr txBox="1"/>
                <p:nvPr/>
              </p:nvSpPr>
              <p:spPr>
                <a:xfrm>
                  <a:off x="943869" y="199673"/>
                  <a:ext cx="665743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Digital &amp; Analog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8F5ECF9-CB89-08FB-5D84-BF1D51045D09}"/>
                    </a:ext>
                  </a:extLst>
                </p:cNvPr>
                <p:cNvSpPr txBox="1"/>
                <p:nvPr/>
              </p:nvSpPr>
              <p:spPr>
                <a:xfrm>
                  <a:off x="1760493" y="199673"/>
                  <a:ext cx="492059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Serial Com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4CE0964-99FC-CCC1-F6CF-219A728AC890}"/>
                    </a:ext>
                  </a:extLst>
                </p:cNvPr>
                <p:cNvSpPr txBox="1"/>
                <p:nvPr/>
              </p:nvSpPr>
              <p:spPr>
                <a:xfrm>
                  <a:off x="2403433" y="199673"/>
                  <a:ext cx="802818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Sensors &amp; Actuators</a:t>
                  </a:r>
                </a:p>
              </p:txBody>
            </p: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E433AE54-B609-AB74-4E54-319E3D908B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19525" y="441727"/>
                  <a:ext cx="276144" cy="1751"/>
                </a:xfrm>
                <a:prstGeom prst="line">
                  <a:avLst/>
                </a:prstGeom>
                <a:ln w="22225">
                  <a:gradFill flip="none" rotWithShape="1">
                    <a:gsLst>
                      <a:gs pos="100000">
                        <a:schemeClr val="accent1"/>
                      </a:gs>
                      <a:gs pos="0">
                        <a:schemeClr val="accent2"/>
                      </a:gs>
                    </a:gsLst>
                    <a:path path="circle">
                      <a:fillToRect l="100000" t="100000"/>
                    </a:path>
                    <a:tileRect r="-100000" b="-100000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B33E1CE-6C48-3CF1-613A-71B75C64BEB5}"/>
                </a:ext>
              </a:extLst>
            </p:cNvPr>
            <p:cNvSpPr txBox="1"/>
            <p:nvPr/>
          </p:nvSpPr>
          <p:spPr>
            <a:xfrm>
              <a:off x="8073379" y="222028"/>
              <a:ext cx="701270" cy="272415"/>
            </a:xfrm>
            <a:prstGeom prst="roundRect">
              <a:avLst/>
            </a:prstGeom>
            <a:solidFill>
              <a:schemeClr val="bg1"/>
            </a:solidFill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en-ID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anose="00000500000000000000" pitchFamily="50" charset="0"/>
                  <a:cs typeface="Poppins" panose="00000500000000000000" pitchFamily="50" charset="0"/>
                </a:rPr>
                <a:t>Practice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D6CC7CA-70E5-F9FE-937D-EE956A77B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890" y="1454611"/>
            <a:ext cx="1908424" cy="3149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8CFD92-AC77-65CD-6A35-B50DF0A68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9491" y="1411082"/>
            <a:ext cx="2989127" cy="343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1365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38"/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grpSp>
        <p:nvGrpSpPr>
          <p:cNvPr id="1485" name="Google Shape;1485;p38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486" name="Google Shape;1486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7" name="Google Shape;1487;p38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88" name="Google Shape;1488;p3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91" name="Google Shape;1491;p38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Practice</a:t>
            </a:r>
            <a:endParaRPr dirty="0"/>
          </a:p>
        </p:txBody>
      </p:sp>
      <p:grpSp>
        <p:nvGrpSpPr>
          <p:cNvPr id="1492" name="Google Shape;1492;p38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493" name="Google Shape;1493;p38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8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8" name="Google Shape;1498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99" name="Google Shape;1499;p38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00" name="Google Shape;1500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7" name="Google Shape;1507;p38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8" name="Google Shape;1508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5" name="Google Shape;1515;p38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16" name="Google Shape;1516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8" name="Google Shape;1518;p38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19" name="Google Shape;1519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1" name="Google Shape;1521;p38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2" name="Google Shape;1522;p38"/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523" name="Google Shape;1523;p3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24" name="Google Shape;1524;p3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5" name="Google Shape;1525;p3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141459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/>
          <p:cNvSpPr txBox="1">
            <a:spLocks noGrp="1"/>
          </p:cNvSpPr>
          <p:nvPr>
            <p:ph type="title"/>
          </p:nvPr>
        </p:nvSpPr>
        <p:spPr>
          <a:xfrm>
            <a:off x="552854" y="69896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Practice :</a:t>
            </a:r>
            <a:endParaRPr dirty="0"/>
          </a:p>
        </p:txBody>
      </p:sp>
      <p:sp>
        <p:nvSpPr>
          <p:cNvPr id="1532" name="Google Shape;1532;p39"/>
          <p:cNvSpPr txBox="1">
            <a:spLocks noGrp="1"/>
          </p:cNvSpPr>
          <p:nvPr>
            <p:ph type="subTitle" idx="2"/>
          </p:nvPr>
        </p:nvSpPr>
        <p:spPr>
          <a:xfrm>
            <a:off x="652764" y="1564798"/>
            <a:ext cx="5011435" cy="22198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" dirty="0"/>
              <a:t>Connecter un capteur ultrason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" dirty="0"/>
              <a:t>Connecter un ecran LCD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" dirty="0"/>
              <a:t>Avoir dans l’écran le nombre de fois que le capteur detecte quelque chose </a:t>
            </a:r>
            <a:endParaRPr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9BEAD4-5D63-D699-2CB5-97267550A9BC}"/>
              </a:ext>
            </a:extLst>
          </p:cNvPr>
          <p:cNvGrpSpPr/>
          <p:nvPr/>
        </p:nvGrpSpPr>
        <p:grpSpPr>
          <a:xfrm>
            <a:off x="684736" y="170120"/>
            <a:ext cx="7361160" cy="285189"/>
            <a:chOff x="1697522" y="209254"/>
            <a:chExt cx="7077123" cy="28518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FCFD796-AA5D-54EF-DC8C-7F590EC9981C}"/>
                </a:ext>
              </a:extLst>
            </p:cNvPr>
            <p:cNvGrpSpPr/>
            <p:nvPr/>
          </p:nvGrpSpPr>
          <p:grpSpPr>
            <a:xfrm>
              <a:off x="1697522" y="209254"/>
              <a:ext cx="6034452" cy="285189"/>
              <a:chOff x="780947" y="209254"/>
              <a:chExt cx="6034452" cy="285189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240B0C78-37B0-4A67-1E7F-3415A9493DF5}"/>
                  </a:ext>
                </a:extLst>
              </p:cNvPr>
              <p:cNvGrpSpPr/>
              <p:nvPr/>
            </p:nvGrpSpPr>
            <p:grpSpPr>
              <a:xfrm>
                <a:off x="780947" y="209254"/>
                <a:ext cx="5120312" cy="275573"/>
                <a:chOff x="364047" y="183689"/>
                <a:chExt cx="2877077" cy="275573"/>
              </a:xfrm>
            </p:grpSpPr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8BAC719A-D184-0966-17B4-51E6DBA1263D}"/>
                    </a:ext>
                  </a:extLst>
                </p:cNvPr>
                <p:cNvSpPr txBox="1"/>
                <p:nvPr/>
              </p:nvSpPr>
              <p:spPr>
                <a:xfrm>
                  <a:off x="364047" y="183689"/>
                  <a:ext cx="446614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Reminder</a:t>
                  </a:r>
                </a:p>
              </p:txBody>
            </p:sp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366F043C-982B-7D4E-F207-F78F61A806B8}"/>
                    </a:ext>
                  </a:extLst>
                </p:cNvPr>
                <p:cNvSpPr txBox="1"/>
                <p:nvPr/>
              </p:nvSpPr>
              <p:spPr>
                <a:xfrm>
                  <a:off x="945098" y="183689"/>
                  <a:ext cx="665743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Digital &amp; Analog</a:t>
                  </a:r>
                </a:p>
              </p:txBody>
            </p:sp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B5F58425-BF08-9040-1D0B-060725A0BC1D}"/>
                    </a:ext>
                  </a:extLst>
                </p:cNvPr>
                <p:cNvSpPr txBox="1"/>
                <p:nvPr/>
              </p:nvSpPr>
              <p:spPr>
                <a:xfrm>
                  <a:off x="1762951" y="183690"/>
                  <a:ext cx="492060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Serial Com</a:t>
                  </a:r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1F129519-CAD8-7AB7-C059-DB764DADBF35}"/>
                    </a:ext>
                  </a:extLst>
                </p:cNvPr>
                <p:cNvSpPr txBox="1"/>
                <p:nvPr/>
              </p:nvSpPr>
              <p:spPr>
                <a:xfrm>
                  <a:off x="2438305" y="196372"/>
                  <a:ext cx="802819" cy="262890"/>
                </a:xfrm>
                <a:prstGeom prst="roundRect">
                  <a:avLst>
                    <a:gd name="adj" fmla="val 11865"/>
                  </a:avLst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Sensors &amp; Actuators</a:t>
                  </a:r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28D56B-C115-4FD0-10E2-9E47FF4B649B}"/>
                  </a:ext>
                </a:extLst>
              </p:cNvPr>
              <p:cNvSpPr txBox="1"/>
              <p:nvPr/>
            </p:nvSpPr>
            <p:spPr>
              <a:xfrm>
                <a:off x="6101442" y="222028"/>
                <a:ext cx="713957" cy="272415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en-ID" sz="1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Poppins" panose="00000500000000000000" pitchFamily="50" charset="0"/>
                    <a:cs typeface="Poppins" panose="00000500000000000000" pitchFamily="50" charset="0"/>
                  </a:rPr>
                  <a:t>Libraries</a:t>
                </a: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8E2CA3F-D1AE-4607-03E8-90DF24A2D707}"/>
                </a:ext>
              </a:extLst>
            </p:cNvPr>
            <p:cNvSpPr txBox="1"/>
            <p:nvPr/>
          </p:nvSpPr>
          <p:spPr>
            <a:xfrm>
              <a:off x="8073375" y="222028"/>
              <a:ext cx="701270" cy="272415"/>
            </a:xfrm>
            <a:prstGeom prst="roundRect">
              <a:avLst/>
            </a:prstGeom>
            <a:solidFill>
              <a:schemeClr val="bg1"/>
            </a:solidFill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en-ID" sz="1000" dirty="0">
                  <a:solidFill>
                    <a:schemeClr val="tx1"/>
                  </a:solidFill>
                  <a:latin typeface="Poppins" panose="00000500000000000000" pitchFamily="50" charset="0"/>
                  <a:cs typeface="Poppins" panose="00000500000000000000" pitchFamily="50" charset="0"/>
                </a:rPr>
                <a:t>Practice</a:t>
              </a: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B1F7140-FDFB-B67C-117B-E41C2E0C7E08}"/>
              </a:ext>
            </a:extLst>
          </p:cNvPr>
          <p:cNvCxnSpPr>
            <a:cxnSpLocks/>
          </p:cNvCxnSpPr>
          <p:nvPr/>
        </p:nvCxnSpPr>
        <p:spPr>
          <a:xfrm>
            <a:off x="7348884" y="426710"/>
            <a:ext cx="697011" cy="0"/>
          </a:xfrm>
          <a:prstGeom prst="line">
            <a:avLst/>
          </a:prstGeom>
          <a:ln w="22225">
            <a:gradFill flip="none" rotWithShape="1">
              <a:gsLst>
                <a:gs pos="100000">
                  <a:schemeClr val="accent1"/>
                </a:gs>
                <a:gs pos="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39201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/>
          <p:cNvSpPr txBox="1">
            <a:spLocks noGrp="1"/>
          </p:cNvSpPr>
          <p:nvPr>
            <p:ph type="title"/>
          </p:nvPr>
        </p:nvSpPr>
        <p:spPr>
          <a:xfrm>
            <a:off x="552854" y="69896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Practice 1 :</a:t>
            </a:r>
            <a:endParaRPr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9BEAD4-5D63-D699-2CB5-97267550A9BC}"/>
              </a:ext>
            </a:extLst>
          </p:cNvPr>
          <p:cNvGrpSpPr/>
          <p:nvPr/>
        </p:nvGrpSpPr>
        <p:grpSpPr>
          <a:xfrm>
            <a:off x="684736" y="170120"/>
            <a:ext cx="7361160" cy="285189"/>
            <a:chOff x="1697522" y="209254"/>
            <a:chExt cx="7077123" cy="28518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FCFD796-AA5D-54EF-DC8C-7F590EC9981C}"/>
                </a:ext>
              </a:extLst>
            </p:cNvPr>
            <p:cNvGrpSpPr/>
            <p:nvPr/>
          </p:nvGrpSpPr>
          <p:grpSpPr>
            <a:xfrm>
              <a:off x="1697522" y="209254"/>
              <a:ext cx="6034452" cy="285189"/>
              <a:chOff x="780947" y="209254"/>
              <a:chExt cx="6034452" cy="285189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240B0C78-37B0-4A67-1E7F-3415A9493DF5}"/>
                  </a:ext>
                </a:extLst>
              </p:cNvPr>
              <p:cNvGrpSpPr/>
              <p:nvPr/>
            </p:nvGrpSpPr>
            <p:grpSpPr>
              <a:xfrm>
                <a:off x="780947" y="209254"/>
                <a:ext cx="5120312" cy="275573"/>
                <a:chOff x="364047" y="183689"/>
                <a:chExt cx="2877077" cy="275573"/>
              </a:xfrm>
            </p:grpSpPr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8BAC719A-D184-0966-17B4-51E6DBA1263D}"/>
                    </a:ext>
                  </a:extLst>
                </p:cNvPr>
                <p:cNvSpPr txBox="1"/>
                <p:nvPr/>
              </p:nvSpPr>
              <p:spPr>
                <a:xfrm>
                  <a:off x="364047" y="183689"/>
                  <a:ext cx="446614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Reminder</a:t>
                  </a:r>
                </a:p>
              </p:txBody>
            </p:sp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366F043C-982B-7D4E-F207-F78F61A806B8}"/>
                    </a:ext>
                  </a:extLst>
                </p:cNvPr>
                <p:cNvSpPr txBox="1"/>
                <p:nvPr/>
              </p:nvSpPr>
              <p:spPr>
                <a:xfrm>
                  <a:off x="945098" y="183689"/>
                  <a:ext cx="665743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Digital &amp; Analog</a:t>
                  </a:r>
                </a:p>
              </p:txBody>
            </p:sp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B5F58425-BF08-9040-1D0B-060725A0BC1D}"/>
                    </a:ext>
                  </a:extLst>
                </p:cNvPr>
                <p:cNvSpPr txBox="1"/>
                <p:nvPr/>
              </p:nvSpPr>
              <p:spPr>
                <a:xfrm>
                  <a:off x="1762951" y="183690"/>
                  <a:ext cx="492060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Serial Com</a:t>
                  </a:r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1F129519-CAD8-7AB7-C059-DB764DADBF35}"/>
                    </a:ext>
                  </a:extLst>
                </p:cNvPr>
                <p:cNvSpPr txBox="1"/>
                <p:nvPr/>
              </p:nvSpPr>
              <p:spPr>
                <a:xfrm>
                  <a:off x="2438305" y="196372"/>
                  <a:ext cx="802819" cy="262890"/>
                </a:xfrm>
                <a:prstGeom prst="roundRect">
                  <a:avLst>
                    <a:gd name="adj" fmla="val 11865"/>
                  </a:avLst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Sensors &amp; Actuators</a:t>
                  </a:r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28D56B-C115-4FD0-10E2-9E47FF4B649B}"/>
                  </a:ext>
                </a:extLst>
              </p:cNvPr>
              <p:cNvSpPr txBox="1"/>
              <p:nvPr/>
            </p:nvSpPr>
            <p:spPr>
              <a:xfrm>
                <a:off x="6101442" y="222028"/>
                <a:ext cx="713957" cy="272415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en-ID" sz="1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Poppins" panose="00000500000000000000" pitchFamily="50" charset="0"/>
                    <a:cs typeface="Poppins" panose="00000500000000000000" pitchFamily="50" charset="0"/>
                  </a:rPr>
                  <a:t>Libraries</a:t>
                </a: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8E2CA3F-D1AE-4607-03E8-90DF24A2D707}"/>
                </a:ext>
              </a:extLst>
            </p:cNvPr>
            <p:cNvSpPr txBox="1"/>
            <p:nvPr/>
          </p:nvSpPr>
          <p:spPr>
            <a:xfrm>
              <a:off x="8073375" y="222028"/>
              <a:ext cx="701270" cy="272415"/>
            </a:xfrm>
            <a:prstGeom prst="roundRect">
              <a:avLst/>
            </a:prstGeom>
            <a:solidFill>
              <a:schemeClr val="bg1"/>
            </a:solidFill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en-ID" sz="1000" dirty="0">
                  <a:solidFill>
                    <a:schemeClr val="tx1"/>
                  </a:solidFill>
                  <a:latin typeface="Poppins" panose="00000500000000000000" pitchFamily="50" charset="0"/>
                  <a:cs typeface="Poppins" panose="00000500000000000000" pitchFamily="50" charset="0"/>
                </a:rPr>
                <a:t>Practice</a:t>
              </a: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B1F7140-FDFB-B67C-117B-E41C2E0C7E08}"/>
              </a:ext>
            </a:extLst>
          </p:cNvPr>
          <p:cNvCxnSpPr>
            <a:cxnSpLocks/>
          </p:cNvCxnSpPr>
          <p:nvPr/>
        </p:nvCxnSpPr>
        <p:spPr>
          <a:xfrm>
            <a:off x="7348884" y="426710"/>
            <a:ext cx="697011" cy="0"/>
          </a:xfrm>
          <a:prstGeom prst="line">
            <a:avLst/>
          </a:prstGeom>
          <a:ln w="22225">
            <a:gradFill flip="none" rotWithShape="1">
              <a:gsLst>
                <a:gs pos="100000">
                  <a:schemeClr val="accent1"/>
                </a:gs>
                <a:gs pos="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951DA349-124B-48E9-9AAF-0667883A5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596" y="1348240"/>
            <a:ext cx="5362759" cy="340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9122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/>
          <p:cNvSpPr txBox="1">
            <a:spLocks noGrp="1"/>
          </p:cNvSpPr>
          <p:nvPr>
            <p:ph type="title"/>
          </p:nvPr>
        </p:nvSpPr>
        <p:spPr>
          <a:xfrm>
            <a:off x="552854" y="69896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Practice 2</a:t>
            </a:r>
            <a:endParaRPr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9BEAD4-5D63-D699-2CB5-97267550A9BC}"/>
              </a:ext>
            </a:extLst>
          </p:cNvPr>
          <p:cNvGrpSpPr/>
          <p:nvPr/>
        </p:nvGrpSpPr>
        <p:grpSpPr>
          <a:xfrm>
            <a:off x="684736" y="170120"/>
            <a:ext cx="7361160" cy="285189"/>
            <a:chOff x="1697522" y="209254"/>
            <a:chExt cx="7077123" cy="28518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FCFD796-AA5D-54EF-DC8C-7F590EC9981C}"/>
                </a:ext>
              </a:extLst>
            </p:cNvPr>
            <p:cNvGrpSpPr/>
            <p:nvPr/>
          </p:nvGrpSpPr>
          <p:grpSpPr>
            <a:xfrm>
              <a:off x="1697522" y="209254"/>
              <a:ext cx="6034452" cy="285189"/>
              <a:chOff x="780947" y="209254"/>
              <a:chExt cx="6034452" cy="285189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240B0C78-37B0-4A67-1E7F-3415A9493DF5}"/>
                  </a:ext>
                </a:extLst>
              </p:cNvPr>
              <p:cNvGrpSpPr/>
              <p:nvPr/>
            </p:nvGrpSpPr>
            <p:grpSpPr>
              <a:xfrm>
                <a:off x="780947" y="209254"/>
                <a:ext cx="5120312" cy="275573"/>
                <a:chOff x="364047" y="183689"/>
                <a:chExt cx="2877077" cy="275573"/>
              </a:xfrm>
            </p:grpSpPr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8BAC719A-D184-0966-17B4-51E6DBA1263D}"/>
                    </a:ext>
                  </a:extLst>
                </p:cNvPr>
                <p:cNvSpPr txBox="1"/>
                <p:nvPr/>
              </p:nvSpPr>
              <p:spPr>
                <a:xfrm>
                  <a:off x="364047" y="183689"/>
                  <a:ext cx="446614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Reminder</a:t>
                  </a:r>
                </a:p>
              </p:txBody>
            </p:sp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366F043C-982B-7D4E-F207-F78F61A806B8}"/>
                    </a:ext>
                  </a:extLst>
                </p:cNvPr>
                <p:cNvSpPr txBox="1"/>
                <p:nvPr/>
              </p:nvSpPr>
              <p:spPr>
                <a:xfrm>
                  <a:off x="945098" y="183689"/>
                  <a:ext cx="665743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Digital &amp; Analog</a:t>
                  </a:r>
                </a:p>
              </p:txBody>
            </p:sp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B5F58425-BF08-9040-1D0B-060725A0BC1D}"/>
                    </a:ext>
                  </a:extLst>
                </p:cNvPr>
                <p:cNvSpPr txBox="1"/>
                <p:nvPr/>
              </p:nvSpPr>
              <p:spPr>
                <a:xfrm>
                  <a:off x="1762951" y="183690"/>
                  <a:ext cx="492060" cy="27241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Serial Com</a:t>
                  </a:r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1F129519-CAD8-7AB7-C059-DB764DADBF35}"/>
                    </a:ext>
                  </a:extLst>
                </p:cNvPr>
                <p:cNvSpPr txBox="1"/>
                <p:nvPr/>
              </p:nvSpPr>
              <p:spPr>
                <a:xfrm>
                  <a:off x="2438305" y="196372"/>
                  <a:ext cx="802819" cy="262890"/>
                </a:xfrm>
                <a:prstGeom prst="roundRect">
                  <a:avLst>
                    <a:gd name="adj" fmla="val 11865"/>
                  </a:avLst>
                </a:prstGeom>
                <a:solidFill>
                  <a:schemeClr val="bg1"/>
                </a:solidFill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ID" sz="10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 panose="00000500000000000000" pitchFamily="50" charset="0"/>
                      <a:cs typeface="Poppins" panose="00000500000000000000" pitchFamily="50" charset="0"/>
                    </a:rPr>
                    <a:t>Sensors &amp; Actuators</a:t>
                  </a:r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28D56B-C115-4FD0-10E2-9E47FF4B649B}"/>
                  </a:ext>
                </a:extLst>
              </p:cNvPr>
              <p:cNvSpPr txBox="1"/>
              <p:nvPr/>
            </p:nvSpPr>
            <p:spPr>
              <a:xfrm>
                <a:off x="6101442" y="222028"/>
                <a:ext cx="713957" cy="272415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en-ID" sz="1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Poppins" panose="00000500000000000000" pitchFamily="50" charset="0"/>
                    <a:cs typeface="Poppins" panose="00000500000000000000" pitchFamily="50" charset="0"/>
                  </a:rPr>
                  <a:t>Libraries</a:t>
                </a: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8E2CA3F-D1AE-4607-03E8-90DF24A2D707}"/>
                </a:ext>
              </a:extLst>
            </p:cNvPr>
            <p:cNvSpPr txBox="1"/>
            <p:nvPr/>
          </p:nvSpPr>
          <p:spPr>
            <a:xfrm>
              <a:off x="8073375" y="222028"/>
              <a:ext cx="701270" cy="272415"/>
            </a:xfrm>
            <a:prstGeom prst="roundRect">
              <a:avLst/>
            </a:prstGeom>
            <a:solidFill>
              <a:schemeClr val="bg1"/>
            </a:solidFill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en-ID" sz="1000" dirty="0">
                  <a:solidFill>
                    <a:schemeClr val="tx1"/>
                  </a:solidFill>
                  <a:latin typeface="Poppins" panose="00000500000000000000" pitchFamily="50" charset="0"/>
                  <a:cs typeface="Poppins" panose="00000500000000000000" pitchFamily="50" charset="0"/>
                </a:rPr>
                <a:t>Practice</a:t>
              </a: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B1F7140-FDFB-B67C-117B-E41C2E0C7E08}"/>
              </a:ext>
            </a:extLst>
          </p:cNvPr>
          <p:cNvCxnSpPr>
            <a:cxnSpLocks/>
          </p:cNvCxnSpPr>
          <p:nvPr/>
        </p:nvCxnSpPr>
        <p:spPr>
          <a:xfrm>
            <a:off x="7348884" y="426710"/>
            <a:ext cx="697011" cy="0"/>
          </a:xfrm>
          <a:prstGeom prst="line">
            <a:avLst/>
          </a:prstGeom>
          <a:ln w="22225">
            <a:gradFill flip="none" rotWithShape="1">
              <a:gsLst>
                <a:gs pos="100000">
                  <a:schemeClr val="accent1"/>
                </a:gs>
                <a:gs pos="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 12">
            <a:extLst>
              <a:ext uri="{FF2B5EF4-FFF2-40B4-BE49-F238E27FC236}">
                <a16:creationId xmlns:a16="http://schemas.microsoft.com/office/drawing/2014/main" id="{CC57523F-7DEA-D10E-03E8-D67BE4BE5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94" y="1424354"/>
            <a:ext cx="7012694" cy="335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9880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" name="Google Shape;1949;p49"/>
          <p:cNvSpPr txBox="1">
            <a:spLocks noGrp="1"/>
          </p:cNvSpPr>
          <p:nvPr>
            <p:ph type="title"/>
          </p:nvPr>
        </p:nvSpPr>
        <p:spPr>
          <a:xfrm>
            <a:off x="713225" y="2122600"/>
            <a:ext cx="7297500" cy="9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grpSp>
        <p:nvGrpSpPr>
          <p:cNvPr id="1950" name="Google Shape;1950;p49"/>
          <p:cNvGrpSpPr/>
          <p:nvPr/>
        </p:nvGrpSpPr>
        <p:grpSpPr>
          <a:xfrm>
            <a:off x="-1238838" y="-2814271"/>
            <a:ext cx="6191222" cy="6569036"/>
            <a:chOff x="-1238838" y="-2814271"/>
            <a:chExt cx="6191222" cy="6569036"/>
          </a:xfrm>
        </p:grpSpPr>
        <p:pic>
          <p:nvPicPr>
            <p:cNvPr id="1951" name="Google Shape;1951;p49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 flipH="1">
              <a:off x="-860279" y="-1155525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52" name="Google Shape;1952;p49"/>
            <p:cNvGrpSpPr/>
            <p:nvPr/>
          </p:nvGrpSpPr>
          <p:grpSpPr>
            <a:xfrm>
              <a:off x="-1238838" y="-2814271"/>
              <a:ext cx="6191222" cy="6569036"/>
              <a:chOff x="-1238838" y="-2814271"/>
              <a:chExt cx="6191222" cy="6569036"/>
            </a:xfrm>
          </p:grpSpPr>
          <p:sp>
            <p:nvSpPr>
              <p:cNvPr id="1953" name="Google Shape;1953;p49"/>
              <p:cNvSpPr/>
              <p:nvPr/>
            </p:nvSpPr>
            <p:spPr>
              <a:xfrm rot="-2700000" flipH="1">
                <a:off x="-146394" y="-2093348"/>
                <a:ext cx="4006334" cy="4749375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Google Shape;1954;p49"/>
              <p:cNvSpPr/>
              <p:nvPr/>
            </p:nvSpPr>
            <p:spPr>
              <a:xfrm rot="-2700000" flipH="1">
                <a:off x="-515017" y="-1565448"/>
                <a:ext cx="2925242" cy="3057723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1955;p49"/>
              <p:cNvSpPr/>
              <p:nvPr/>
            </p:nvSpPr>
            <p:spPr>
              <a:xfrm rot="-2700000" flipH="1">
                <a:off x="194575" y="-1729713"/>
                <a:ext cx="3153371" cy="5119296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56" name="Google Shape;1956;p49"/>
              <p:cNvGrpSpPr/>
              <p:nvPr/>
            </p:nvGrpSpPr>
            <p:grpSpPr>
              <a:xfrm>
                <a:off x="3010374" y="1407525"/>
                <a:ext cx="196674" cy="196585"/>
                <a:chOff x="1101075" y="2142375"/>
                <a:chExt cx="439200" cy="439100"/>
              </a:xfrm>
            </p:grpSpPr>
            <p:sp>
              <p:nvSpPr>
                <p:cNvPr id="1957" name="Google Shape;1957;p4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8" name="Google Shape;1958;p4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59" name="Google Shape;1959;p49"/>
              <p:cNvGrpSpPr/>
              <p:nvPr/>
            </p:nvGrpSpPr>
            <p:grpSpPr>
              <a:xfrm>
                <a:off x="1890399" y="1114475"/>
                <a:ext cx="196674" cy="196585"/>
                <a:chOff x="1101075" y="2142375"/>
                <a:chExt cx="439200" cy="439100"/>
              </a:xfrm>
            </p:grpSpPr>
            <p:sp>
              <p:nvSpPr>
                <p:cNvPr id="1960" name="Google Shape;1960;p4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1" name="Google Shape;1961;p4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62" name="Google Shape;1962;p49"/>
              <p:cNvGrpSpPr/>
              <p:nvPr/>
            </p:nvGrpSpPr>
            <p:grpSpPr>
              <a:xfrm>
                <a:off x="2755474" y="1114475"/>
                <a:ext cx="196674" cy="196585"/>
                <a:chOff x="1101075" y="2142375"/>
                <a:chExt cx="439200" cy="439100"/>
              </a:xfrm>
            </p:grpSpPr>
            <p:sp>
              <p:nvSpPr>
                <p:cNvPr id="1963" name="Google Shape;1963;p4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4" name="Google Shape;1964;p4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65" name="Google Shape;1965;p49"/>
              <p:cNvGrpSpPr/>
              <p:nvPr/>
            </p:nvGrpSpPr>
            <p:grpSpPr>
              <a:xfrm>
                <a:off x="1290099" y="539500"/>
                <a:ext cx="196674" cy="196585"/>
                <a:chOff x="1101075" y="2142375"/>
                <a:chExt cx="439200" cy="439100"/>
              </a:xfrm>
            </p:grpSpPr>
            <p:sp>
              <p:nvSpPr>
                <p:cNvPr id="1966" name="Google Shape;1966;p4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7" name="Google Shape;1967;p4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68" name="Google Shape;1968;p49"/>
              <p:cNvGrpSpPr/>
              <p:nvPr/>
            </p:nvGrpSpPr>
            <p:grpSpPr>
              <a:xfrm>
                <a:off x="2022774" y="671500"/>
                <a:ext cx="196674" cy="196585"/>
                <a:chOff x="1101075" y="2142375"/>
                <a:chExt cx="439200" cy="439100"/>
              </a:xfrm>
            </p:grpSpPr>
            <p:sp>
              <p:nvSpPr>
                <p:cNvPr id="1969" name="Google Shape;1969;p4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0" name="Google Shape;1970;p4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971" name="Google Shape;1971;p49"/>
          <p:cNvGrpSpPr/>
          <p:nvPr/>
        </p:nvGrpSpPr>
        <p:grpSpPr>
          <a:xfrm>
            <a:off x="4571996" y="2268220"/>
            <a:ext cx="5022035" cy="4764449"/>
            <a:chOff x="4571996" y="2268220"/>
            <a:chExt cx="5022035" cy="4764449"/>
          </a:xfrm>
        </p:grpSpPr>
        <p:pic>
          <p:nvPicPr>
            <p:cNvPr id="1972" name="Google Shape;1972;p49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73" name="Google Shape;1973;p49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1974" name="Google Shape;1974;p49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1975" name="Google Shape;1975;p49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" h="27731" extrusionOk="0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6" name="Google Shape;1976;p49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" h="27731" extrusionOk="0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77" name="Google Shape;1977;p49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1978" name="Google Shape;1978;p49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78" h="115794" extrusionOk="0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9" name="Google Shape;1979;p49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320" h="74550" extrusionOk="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0" name="Google Shape;1980;p49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82" h="124813" extrusionOk="0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81" name="Google Shape;1981;p49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1982" name="Google Shape;1982;p49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983" name="Google Shape;1983;p49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984" name="Google Shape;1984;p49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985" name="Google Shape;1985;p49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86" name="Google Shape;1986;p49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87" name="Google Shape;1987;p49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88" name="Google Shape;1988;p49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89" name="Google Shape;1989;p49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1990" name="Google Shape;1990;p49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91" name="Google Shape;1991;p49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1992" name="Google Shape;1992;p49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993" name="Google Shape;1993;p49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994" name="Google Shape;1994;p49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995" name="Google Shape;1995;p49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96" name="Google Shape;1996;p49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97" name="Google Shape;1997;p49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98" name="Google Shape;1998;p49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99" name="Google Shape;1999;p49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2000" name="Google Shape;2000;p49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1" name="Google Shape;2001;p49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2002" name="Google Shape;2002;p49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2003" name="Google Shape;2003;p49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2004" name="Google Shape;2004;p49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2005" name="Google Shape;2005;p49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006" name="Google Shape;2006;p49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007" name="Google Shape;2007;p49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008" name="Google Shape;2008;p49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009" name="Google Shape;2009;p49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2010" name="Google Shape;2010;p49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11" name="Google Shape;2011;p49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2012" name="Google Shape;2012;p49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3" name="Google Shape;2013;p49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14" name="Google Shape;2014;p49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2015" name="Google Shape;2015;p4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4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17" name="Google Shape;2017;p49"/>
          <p:cNvGrpSpPr/>
          <p:nvPr/>
        </p:nvGrpSpPr>
        <p:grpSpPr>
          <a:xfrm>
            <a:off x="774450" y="3019701"/>
            <a:ext cx="3672000" cy="134100"/>
            <a:chOff x="774450" y="3019701"/>
            <a:chExt cx="5944442" cy="134100"/>
          </a:xfrm>
        </p:grpSpPr>
        <p:sp>
          <p:nvSpPr>
            <p:cNvPr id="2018" name="Google Shape;2018;p49"/>
            <p:cNvSpPr/>
            <p:nvPr/>
          </p:nvSpPr>
          <p:spPr>
            <a:xfrm>
              <a:off x="6584792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19" name="Google Shape;2019;p49"/>
            <p:cNvCxnSpPr/>
            <p:nvPr/>
          </p:nvCxnSpPr>
          <p:spPr>
            <a:xfrm>
              <a:off x="774450" y="3086750"/>
              <a:ext cx="5848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20" name="Google Shape;2020;p49"/>
            <p:cNvSpPr/>
            <p:nvPr/>
          </p:nvSpPr>
          <p:spPr>
            <a:xfrm>
              <a:off x="6614904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Chapter2_Sensors&amp;Actuators</Template>
  <TotalTime>251</TotalTime>
  <Words>592</Words>
  <Application>Microsoft Office PowerPoint</Application>
  <PresentationFormat>Affichage à l'écran (16:9)</PresentationFormat>
  <Paragraphs>190</Paragraphs>
  <Slides>29</Slides>
  <Notes>29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5" baseType="lpstr">
      <vt:lpstr>Arial</vt:lpstr>
      <vt:lpstr>IBM Plex Mono</vt:lpstr>
      <vt:lpstr>Poppins</vt:lpstr>
      <vt:lpstr>Source Code Pro</vt:lpstr>
      <vt:lpstr>Wingdings</vt:lpstr>
      <vt:lpstr>Introduction to Coding Workshop by Slidesgo</vt:lpstr>
      <vt:lpstr>Chapitre 2  Sensors &amp; Actuators</vt:lpstr>
      <vt:lpstr>Planning</vt:lpstr>
      <vt:lpstr>01</vt:lpstr>
      <vt:lpstr>Circuit Schema for 3 LEDs</vt:lpstr>
      <vt:lpstr>Code for 3 LEDs</vt:lpstr>
      <vt:lpstr>02</vt:lpstr>
      <vt:lpstr>Digital vs Analog</vt:lpstr>
      <vt:lpstr>Digital vs Analog</vt:lpstr>
      <vt:lpstr>Circuit for Analog Output  </vt:lpstr>
      <vt:lpstr>Code for Analog Output  </vt:lpstr>
      <vt:lpstr>Circuit for Analog Input  </vt:lpstr>
      <vt:lpstr>Code for Analog Input  </vt:lpstr>
      <vt:lpstr>03</vt:lpstr>
      <vt:lpstr>What is it ?</vt:lpstr>
      <vt:lpstr>Example of Serial Write</vt:lpstr>
      <vt:lpstr>Example of Serial Read</vt:lpstr>
      <vt:lpstr>Usefull Use of Serial</vt:lpstr>
      <vt:lpstr>04</vt:lpstr>
      <vt:lpstr>What are Sensors &amp; Actuators</vt:lpstr>
      <vt:lpstr>How to choose</vt:lpstr>
      <vt:lpstr>Where to search for them</vt:lpstr>
      <vt:lpstr>05</vt:lpstr>
      <vt:lpstr>How to install new libraries</vt:lpstr>
      <vt:lpstr>Example of library</vt:lpstr>
      <vt:lpstr>06</vt:lpstr>
      <vt:lpstr>Practice :</vt:lpstr>
      <vt:lpstr>Practice 1 :</vt:lpstr>
      <vt:lpstr>Practice 2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YOUSSEF KHARRATA</dc:creator>
  <cp:lastModifiedBy>YOUSSEF KHARRATA</cp:lastModifiedBy>
  <cp:revision>1</cp:revision>
  <dcterms:created xsi:type="dcterms:W3CDTF">2025-12-15T19:57:31Z</dcterms:created>
  <dcterms:modified xsi:type="dcterms:W3CDTF">2025-12-16T12:39:52Z</dcterms:modified>
</cp:coreProperties>
</file>